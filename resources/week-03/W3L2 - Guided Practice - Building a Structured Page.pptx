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Guided Practice: Building a Structured Page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headings and paragraphs to build a structured content page, with support.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&lt;strong&gt; and &lt;em&gt; to format text based on meaning, not just looks.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add a main heading (h1) and at least two sections (h2 + paragraph each).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&lt;strong&gt; and &lt;em&gt; at least once, appropriately.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&lt;strong&gt; tag - marks text as important, and browsers usually show it in bold.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8"/>
          <p:cNvSpPr/>
          <p:nvPr/>
        </p:nvSpPr>
        <p:spPr>
          <a:xfrm>
            <a:off x="485546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5546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&lt;em&gt; tag - marks text as emphasized, and browsers usually show it in italics.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255117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255117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2"/>
          <p:cNvSpPr/>
          <p:nvPr/>
        </p:nvSpPr>
        <p:spPr>
          <a:xfrm>
            <a:off x="420624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0624" y="29169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HTML chosen for its meaning (e.g. &lt;strong&gt; = important), not just how it looks.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Semantic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chosen because of what it means, not just how it happens to look on the page.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&lt;strong&gt; means important; &lt;em&gt; means emphasized. Bold/italic styling is a side effect, not the point.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&lt;strong&gt;Design&lt;/strong&gt; - marks 'Design' as genuinely important.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bold text purely to make a word look bigger, with no real meaning behind it.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Digital Communication: choosing tags for their meaning, not just their appearance, is exactly the kind of careful, professional digital communication expected in UAE government and business websites.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the heading tags h1 through h6, from most to least important.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 three students to check.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912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Teacher Demo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adding a new section (heading + paragraph) to a sample page, live.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&lt;strong&gt; and &lt;em&gt; - used for meaning, not just bold/italic style.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880360" y="326593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section using &lt;strong&gt; and &lt;em&gt;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3558540"/>
            <a:ext cx="5760720" cy="87630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3649980"/>
            <a:ext cx="5541264" cy="693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Favorite Subject&lt;/h2&gt;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&lt;p&gt;My favorite subject is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&lt;strong&gt;Design&lt;/strong&gt;, because I get to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&lt;em&gt;build real things&lt;/em&gt; with code.&lt;/p&gt;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Build Together, Checkpoint by Checkpoint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1: add an h1 main heading and an introductory paragraph.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2: add at least two more sections, each with an h2 and a paragraph.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Checkpoint Sheet to track your progress as you go.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Add Strong &amp; Em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&lt;strong&gt; and one &lt;em&gt; inside your paragraphs - used semantically, not randomly.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Building a Structured Page, Checkpoint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3\scratch\assets\W3L2 - Building a Structured Page - Checkpoint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967058"/>
            <a:ext cx="2221992" cy="2018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Check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with a partner: does their page make sense just from reading the headings alone?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piece of feedback before we close.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2026-09-11T05:46:25Z</dcterms:created>
  <dcterms:modified xsi:type="dcterms:W3CDTF">2026-09-11T05:46:25Z</dcterms:modified>
</cp:coreProperties>
</file>