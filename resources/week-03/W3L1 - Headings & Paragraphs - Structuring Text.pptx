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Headings &amp; Paragraphs: Structuring Text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heading tags (h1-h6) to structure a webpage in a clear hierarchy.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paragraph tags (&lt;p&gt;) to group related sentences together.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h1 for the main heading and h2 for section headings, in order.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explain the difference between &lt;h1&gt; and the &lt;title&gt; tag.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Vocabulary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42062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062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(h1-h6) that labels a page or section - h1 biggest, h6 smallest. Not the same as &lt;title&gt; (browser tab text).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8"/>
          <p:cNvSpPr/>
          <p:nvPr/>
        </p:nvSpPr>
        <p:spPr>
          <a:xfrm>
            <a:off x="485546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5546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&lt;p&gt; tag - groups a block of related sentences together as one unit of text.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255117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255117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6" name="Text 12"/>
          <p:cNvSpPr/>
          <p:nvPr/>
        </p:nvSpPr>
        <p:spPr>
          <a:xfrm>
            <a:off x="420624" y="2624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20624" y="29169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ordered structure from most to least important - how heading levels (h1 &gt; h2 &gt; h3) organize a page.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Hierarchy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ordered structure from most to least important, used to describe how heading levels organize a page.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is biggest/most important; levels get smaller as they matter less; never skip a level (e.g. h1 straight to h4).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&lt;h1&gt;My Website&lt;/h1&gt;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&lt;h2&gt;About Me&lt;/h2&gt;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&lt;h2&gt;My Hobbies&lt;/h2&gt;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&lt;h1&gt;My Website&lt;/h1&gt;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&lt;h4&gt;About Me&lt;/h4&gt;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(skips h2 and h3)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23360" y="2779776"/>
            <a:ext cx="109728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4023360" y="27797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Digital Communication: a clearly structured webpage, with a strong heading hierarchy, communicates a message quickly and professionally - a skill Emirati students carry into any digital career, from government e-services to private-sector web content.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Page Would You Actually Read?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wall of unformatted text to the same content broken into headings and paragraphs.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and talk: which one would you read, and why?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Teacher Demo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(h1-h6) build a hierarchy; paragraphs (&lt;p&gt;) group related sentences.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&lt;title&gt; sets the browser tab text - &lt;h1&gt; is the big visible heading on the page. Not the same tag.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880360" y="2572512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page with correct heading hierarchy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2865120"/>
            <a:ext cx="5760720" cy="156972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2990088" y="2956560"/>
            <a:ext cx="5541264" cy="138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&lt;h1&gt;My Website&lt;/h1&gt;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&lt;p&gt;Welcome to my personal site.&lt;/p&gt;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&lt;h2&gt;About Me&lt;/h2&gt;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&lt;p&gt;A short paragraph about who I am.&lt;/p&gt;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&lt;h2&gt;My Hobbies&lt;/h2&gt;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&lt;p&gt;A short paragraph about what I enjoy doing.&lt;/p&gt;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3 Reads of the Example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1 - what is this page about? Read 2 - which headings/paragraphs carry which ideas?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3 - why does this structure make it easier to read than the warm-up's wall of text?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notes: record the hierarchy rules, plus one correct vs. incorrect example.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Plan Your Hierarchy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paper, sketch the heading hierarchy (h1/h2/h3) for your own homepage - before touching any code.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Planning Your Heading Hierarchy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3\scratch\assets\W3L1 - Planning Your Heading Hierarchy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641" y="1792224"/>
            <a:ext cx="1712006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heading level would you use for a page's main heading, and which for a section heading?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tag would you use to set the browser tab text instead?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2026-09-11T05:46:25Z</dcterms:created>
  <dcterms:modified xsi:type="dcterms:W3CDTF">2026-09-11T05:46:25Z</dcterms:modified>
</cp:coreProperties>
</file>