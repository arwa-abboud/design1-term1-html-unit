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4187952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Shape 1"/>
          <p:cNvSpPr/>
          <p:nvPr/>
        </p:nvSpPr>
        <p:spPr>
          <a:xfrm>
            <a:off x="0" y="960120"/>
            <a:ext cx="182880" cy="4187952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6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1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411480" y="196596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8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Formative Assessment: HTML Structure &amp; Text Formatting</a:t>
            </a:r>
            <a:endParaRPr 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Abboud   •   Grade 9 - Design 1   •   Term 1, Week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 - We Are Learning To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correct HTML document structure (Weeks 1-2) together with this week's text formatting.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Week 3 formative assessment independently.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WILF - What I'm Looking For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HTML structure carried over from Weeks 1-2 - correct DOCTYPE/html/head/body, no broken nesting.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formatting tags used correctly, with content organized logically and readably.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Frayer Model: Nesting (Review)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7" name="Shape 3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4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20624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Placing one HTML element inside another, so the inner element is fully contained within the outer one.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626864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12" name="Text 8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73168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element fully inside another; inner tags close before outer tags.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4320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6" name="Text 12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20624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&lt;li&gt; inside &lt;ul&gt;; &lt;strong&gt; inside &lt;p&gt;.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626864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9" name="Shape 15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Text 16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NON-EXAMPLES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773168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tags placed side-by-side, not inside one another.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069080" y="2779776"/>
            <a:ext cx="1005840" cy="402336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23" name="Text 19"/>
          <p:cNvSpPr/>
          <p:nvPr/>
        </p:nvSpPr>
        <p:spPr>
          <a:xfrm>
            <a:off x="4069080" y="2779776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Identity Integration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/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/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662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6624"/>
          </a:xfrm>
          <a:prstGeom prst="rect">
            <a:avLst/>
          </a:prstGeom>
          <a:solidFill>
            <a:srgbClr val="BE0028"/>
          </a:solidFill>
          <a:ln/>
        </p:spPr>
      </p:sp>
      <p:sp>
        <p:nvSpPr>
          <p:cNvPr id="12" name="Text 8"/>
          <p:cNvSpPr/>
          <p:nvPr/>
        </p:nvSpPr>
        <p:spPr>
          <a:xfrm>
            <a:off x="502920" y="1920240"/>
            <a:ext cx="8321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Digital Communication: this assessment reflects the same standard used in real UAE digital services - a page that is both structurally valid and clearly formatted, so every reader can trust and use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• Engage &amp; Ask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Review Game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 a tag on the screen, say its purpose out loud.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Mixes structure tags (html, head, body) with this week's tags (h1, p, strong, em).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Text 7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Do: Task &amp; Rubric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shared in advance, per the Academic Integrity &amp; Assessment Policy.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both this week's text formatting and Weeks 1-2 document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Text 7"/>
          <p:cNvSpPr/>
          <p:nvPr/>
        </p:nvSpPr>
        <p:spPr>
          <a:xfrm>
            <a:off x="2880360" y="1280160"/>
            <a:ext cx="3163824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Do: Formative Assessment (10 pts)</a:t>
            </a:r>
            <a:endParaRPr lang="en-US" sz="1500" dirty="0"/>
          </a:p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or extend a webpage section with valid HTML structure AND correct headings, paragraphs, and text formatting.</a:t>
            </a:r>
            <a:endParaRPr lang="en-US" sz="1500" dirty="0"/>
          </a:p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 against the rubric before submitting via Toddle.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36208" y="1280160"/>
            <a:ext cx="240487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Activity: Self-Check Rubric, Before You Submit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36208" y="1700784"/>
            <a:ext cx="2404872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C"/>
            </a:solidFill>
            <a:prstDash val="solid"/>
          </a:ln>
        </p:spPr>
      </p:sp>
      <p:pic>
        <p:nvPicPr>
          <p:cNvPr id="14" name="Image 2" descr="C:\Users\a.abboud\Desktop\html unit\resources\week-03\scratch\assets\W3L4 - Self-Check Rubric_cropp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099767"/>
            <a:ext cx="2221992" cy="17532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Extend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sentence: what part of formatting text in HTML felt easiest, and what still feels tricky?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2026-09-11T05:46:25Z</dcterms:created>
  <dcterms:modified xsi:type="dcterms:W3CDTF">2026-09-11T05:46:25Z</dcterms:modified>
</cp:coreProperties>
</file>