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1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Formative Assessment: HTML Structure &amp; Text Formatting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9 - Design 1   •   Term 1, Week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correct HTML document structure (Weeks 1-2) together with this week's text formatting.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Week 3 formative assessment independently.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HTML structure carried over from Weeks 1-2 - correct DOCTYPE/html/head/body, no broken nesting.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formatting tags used correctly, with content organized logically and readably.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Nesting (Review)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Placing one HTML element inside another, so the inner element is fully contained within the outer one.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element fully inside another; inner tags close before outer tags.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&lt;li&gt; inside &lt;ul&gt;; &lt;strong&gt; inside &lt;p&gt;.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tags placed side-by-side, not inside one another.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069080" y="2779776"/>
            <a:ext cx="100584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4069080" y="277977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 Digital Communication: this assessment reflects the same standard used in real UAE digital services - a page that is both structurally valid and clearly formatted, so every reader can trust and use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Review Game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a tag on the screen, say its purpose out loud.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Mixes structure tags (html, head, body) with this week's tags (h1, p, strong, em).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109728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4800" dirty="0"/>
          </a:p>
        </p:txBody>
      </p:sp>
      <p:sp>
        <p:nvSpPr>
          <p:cNvPr id="12" name="Text 8"/>
          <p:cNvSpPr/>
          <p:nvPr/>
        </p:nvSpPr>
        <p:spPr>
          <a:xfrm>
            <a:off x="2651760" y="3977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its purpose out loud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109728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9600" dirty="0"/>
          </a:p>
        </p:txBody>
      </p:sp>
      <p:sp>
        <p:nvSpPr>
          <p:cNvPr id="12" name="Text 8"/>
          <p:cNvSpPr/>
          <p:nvPr/>
        </p:nvSpPr>
        <p:spPr>
          <a:xfrm>
            <a:off x="2651760" y="3977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its purpose out loud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109728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600" dirty="0"/>
          </a:p>
        </p:txBody>
      </p:sp>
      <p:sp>
        <p:nvSpPr>
          <p:cNvPr id="12" name="Text 8"/>
          <p:cNvSpPr/>
          <p:nvPr/>
        </p:nvSpPr>
        <p:spPr>
          <a:xfrm>
            <a:off x="2651760" y="3977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its purpose out loud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109728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600" dirty="0"/>
          </a:p>
        </p:txBody>
      </p:sp>
      <p:sp>
        <p:nvSpPr>
          <p:cNvPr id="12" name="Text 8"/>
          <p:cNvSpPr/>
          <p:nvPr/>
        </p:nvSpPr>
        <p:spPr>
          <a:xfrm>
            <a:off x="2651760" y="3977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its purpose out loud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109728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9600" dirty="0"/>
          </a:p>
        </p:txBody>
      </p:sp>
      <p:sp>
        <p:nvSpPr>
          <p:cNvPr id="12" name="Text 8"/>
          <p:cNvSpPr/>
          <p:nvPr/>
        </p:nvSpPr>
        <p:spPr>
          <a:xfrm>
            <a:off x="2651760" y="3977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its purpose out loud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109728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9600" dirty="0"/>
          </a:p>
        </p:txBody>
      </p:sp>
      <p:sp>
        <p:nvSpPr>
          <p:cNvPr id="12" name="Text 8"/>
          <p:cNvSpPr/>
          <p:nvPr/>
        </p:nvSpPr>
        <p:spPr>
          <a:xfrm>
            <a:off x="2651760" y="3977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its purpose out loud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109728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9000" dirty="0"/>
          </a:p>
        </p:txBody>
      </p:sp>
      <p:sp>
        <p:nvSpPr>
          <p:cNvPr id="12" name="Text 8"/>
          <p:cNvSpPr/>
          <p:nvPr/>
        </p:nvSpPr>
        <p:spPr>
          <a:xfrm>
            <a:off x="2651760" y="3977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its purpose out loud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11" name="Text 7"/>
          <p:cNvSpPr/>
          <p:nvPr/>
        </p:nvSpPr>
        <p:spPr>
          <a:xfrm>
            <a:off x="2651760" y="1097280"/>
            <a:ext cx="6217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CFE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9600" dirty="0"/>
          </a:p>
        </p:txBody>
      </p:sp>
      <p:sp>
        <p:nvSpPr>
          <p:cNvPr id="12" name="Text 8"/>
          <p:cNvSpPr/>
          <p:nvPr/>
        </p:nvSpPr>
        <p:spPr>
          <a:xfrm>
            <a:off x="2651760" y="3977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its purpose out loud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Task &amp; Rubric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shared in advance, per the Academic Integrity &amp; Assessment Policy.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both this week's text formatting and Weeks 1-2 document structure.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30 - 40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Formative Assessment (10 pts)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or extend a webpage section with valid HTML structure AND correct headings, paragraphs, and text formatting.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 against the rubric before submitting via Toddle.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Self-Check Rubric, Before You Submit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html unit\resources\week-03\scratch\assets\W3L4 - Self-Check Rubric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099767"/>
            <a:ext cx="2221992" cy="17532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html unit\resources\week-03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html unit\resources\week-03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sentence: what part of formatting text in HTML felt easiest, and what still feels tricky?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2026-09-15T10:54:40Z</dcterms:created>
  <dcterms:modified xsi:type="dcterms:W3CDTF">2026-09-15T10:54:40Z</dcterms:modified>
</cp:coreProperties>
</file>