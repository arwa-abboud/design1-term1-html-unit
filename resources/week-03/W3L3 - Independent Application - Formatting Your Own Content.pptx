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Independent Application: Formatting Your Own Content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Independently structure and format original content for your personal website.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heading hierarchy, paragraphs, and text formatting purposefully.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content is original, organized logically, and uses correct heading hierarchy.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tags (&lt;strong&gt;, &lt;em&gt;) are used on purpose, not randomly.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Hierarchy (Review)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ordered structure from most to least important, used to describe how heading levels organize a page.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is biggest/most important; levels get smaller as they matter less; never skip a level (e.g. h1 straight to h4).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&lt;h1&gt;My Website&lt;/h1&gt;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&lt;h2&gt;About Me&lt;/h2&gt;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&lt;h2&gt;My Hobbies&lt;/h2&gt;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&lt;h1&gt;My Website&lt;/h1&gt;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&lt;h4&gt;About Me&lt;/h4&gt;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(skips h2 and h3)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23360" y="27797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Digital Communication: writing and structuring your own original content, not just following a template, is exactly how real Emirati organizations build a professional digital presence.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 From Your Site?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section you want on your personal website that we haven't built yet?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Hobbies, Goals, Favorite Projects - jot down 1-2 ideas.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1392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Today's Challenge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1-2 new content sections for your site - write and structure them yourself.</a:t>
            </a:r>
            <a:endParaRPr lang="en-US" sz="1300" dirty="0"/>
          </a:p>
          <a:p>
            <a:pPr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&lt;strong&gt; and &lt;em&gt; purposefully to highlight key words.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80360" y="2745867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new section with strong, em, hr, and br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880360" y="3038475"/>
            <a:ext cx="5760720" cy="1396365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4" name="Text 10"/>
          <p:cNvSpPr/>
          <p:nvPr/>
        </p:nvSpPr>
        <p:spPr>
          <a:xfrm>
            <a:off x="2990088" y="3129915"/>
            <a:ext cx="5541264" cy="12134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&lt;h2&gt;My Goals&lt;/h2&gt;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year I want to learn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&lt;strong&gt;web design&lt;/strong&gt; and improve my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&lt;em&gt;problem-solving&lt;/em&gt; skills.&lt;/p&gt;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&lt;h2&gt;Favorite Subjects&lt;/h2&gt;</a:t>
            </a:r>
            <a:endParaRPr lang="en-US" sz="1050" dirty="0"/>
          </a:p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&lt;p&gt;Design&lt;br&gt;Mathematics&lt;br&gt;Art&lt;/p&gt;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Plan &amp; Build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1-2 new, fully formatted sections using correct headings, paragraphs, and 2+ formatting tags.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research and try &lt;br&gt; (line break) and &lt;hr&gt; (horizontal rule).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Formatting Your Own Content, Planning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3\scratch\assets\W3L3 - Formatting Your Own Content - Planning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41115"/>
            <a:ext cx="2221992" cy="2270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Circulation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exit ticket today - teacher circulates for 1:1 feedback on structure and formatting choices.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finishers: try the stretch challenge (&lt;br&gt; and &lt;hr&gt;).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2026-09-11T05:46:25Z</dcterms:created>
  <dcterms:modified xsi:type="dcterms:W3CDTF">2026-09-11T05:46:25Z</dcterms:modified>
</cp:coreProperties>
</file>