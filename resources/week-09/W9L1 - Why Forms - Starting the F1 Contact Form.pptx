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1: Why Forms? Starting the F1 Contact Form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Explain what forms do and name their 4 core parts.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Start a contact form on the F1 Contact Us 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can name the 4 core form elements.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Clicking my label puts the cursor in its field.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&lt;form&gt; tag: a container that groups fields so a website can collect information.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&lt;input&gt; tag: a field where a user types or selects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23744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523744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" y="257860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Label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2852927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&lt;label&gt; tag: text that names a field and is linked to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523744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60" y="2523744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55464" y="257860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2852927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&lt;button&gt; tag: a clickable element, often used to submit a 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&lt;input&gt; tag: a field where a user types or selects data (text, email, etc.).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&lt;input&gt; tag; self-closing; has a type attribute.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&lt;input type="text" id="name" name="name"&gt; for the visitor's name.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&lt;label&gt;; &lt;p&gt; (these display text, not collect it).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Smart Services: most UAE government services, from visas to vehicle registration, are requested online through forms. Clear labels make sure every resident can fill them in correctly.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What Is This Page Doing?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Look at a real contact form.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can this page do that our F1 website can't do yet?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1787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●"/>
            </a:pPr>
            <a:r>
              <a:rPr sz="1400" b="1" i="0">
                <a:solidFill>
                  <a:srgbClr val="1A1A1A"/>
                </a:solidFill>
                <a:latin typeface="Arial"/>
              </a:rPr>
              <a:t>I Do: The Parts of a Form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&lt;form&gt; wraps the fields. &lt;label&gt; names a field. &lt;input&gt; is the box. &lt;button&gt; sends it.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label's for must match the input's id.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113532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Example: the start of the F1 contact 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406139"/>
            <a:ext cx="5760720" cy="10287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3479291"/>
            <a:ext cx="5541264" cy="9189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&lt;form&gt;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&lt;label for="name"&gt;Your name:&lt;/label&gt;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&lt;input type="text" id="name" name="name"&gt;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&lt;button type="submit"&gt;Send&lt;/button&gt;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&lt;/form&gt;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Frayer and the Name Field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Complete the Frayer Model for Input together.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Build the Name field together, then click the label to test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Start the Contact Form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On Contact Us, build the labelled Name field and the Send button.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You write the code from the Starter Sheet.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F1 Forms, Starter Sheet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9L1 - F1 Forms - Starter 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Exit Ticket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Why does a form need a submit button?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