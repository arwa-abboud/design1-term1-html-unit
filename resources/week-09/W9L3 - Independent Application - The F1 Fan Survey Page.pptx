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3: Independent Application: The F1 Fan Survey Page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Build a Fan Survey page with new input types.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Add the new page to the menu on every page.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survey uses radio buttons, checkboxes and a dropdown, each labelled.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Fan Survey link works from every page's menu.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Academic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Radio Button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An input type that lets a user pick exactly ONE option from a group.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Checkbox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An input type that lets a user pick ANY number of options.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23744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523744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" y="257860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Dropdown (Select)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2852927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&lt;select&gt; tag: a menu of options shown only when it is opened.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Radio Button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An input type that lets a user pick exactly one option from a group of choices.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type="radio"; only one selectable per group; grouped by matching name.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Choosing ONE favourite Grand Prix in the Fan Survey.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Checkbox (allows multiple selections).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85615" y="2779776"/>
            <a:ext cx="1572768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85615" y="2779776"/>
            <a:ext cx="15727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RADIO BUTTON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Smart Services: most UAE government services, from visas to vehicle registration, are requested online through forms. Clear labels make sure every resident can fill them in correctly.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Survey Questions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If you made a survey for F1 fans, what would you ask them?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Which questions have one answer, and which can have many?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162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●"/>
            </a:pPr>
            <a:r>
              <a:rPr sz="1400" b="1" i="0">
                <a:solidFill>
                  <a:srgbClr val="1A1A1A"/>
                </a:solidFill>
                <a:latin typeface="Arial"/>
              </a:rPr>
              <a:t>I Do: Pick One, Pick Any, Pick from a List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Radio buttons share the same name, so only one can be picked.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Checkboxes allow many. A dropdown keeps a long list tidy.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953512"/>
            <a:ext cx="5760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6B7785"/>
                </a:solidFill>
                <a:latin typeface="Arial"/>
              </a:rPr>
              <a:t>Example: a radio choice and a dropdown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3246120"/>
            <a:ext cx="5760720" cy="1188719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3319272"/>
            <a:ext cx="5541264" cy="10789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&lt;input type="radio" id="gp-monaco" name="gp" value="monaco"&gt;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&lt;label for="gp-monaco"&gt;Monaco&lt;/label&gt;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/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&lt;select id="watch" name="watch"&gt;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&lt;option&gt;Every race&lt;/option&gt;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&lt;/select&gt;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Build the Fan Survey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Create survey.html and add Fan Survey to the menu on every page.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Build the survey from your sheet.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F1 Forms, Fan Survey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9L3 - F1 Forms - Fan Surv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Teacher Circulation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No formal exit ticket today. Teacher circulates for 1:1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