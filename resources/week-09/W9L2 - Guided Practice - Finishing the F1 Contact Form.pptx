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2: Guided Practice: Finishing the F1 Contact 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Finish the F1 contact form with text, email and message fields, with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All 3 fields are present, labelled and correctly typed.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Clicking each label focuses the correct field.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Input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type attribute that controls what kind of data an input collects (e.g. text, email).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Textarea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&lt;textarea&gt; tag: a box for longer, multi-line text like a 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Input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type attribute on an &lt;input&gt; tag that controls what kind of data it collects (e.g. text, email).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attribute on &lt;input&gt;; controls what kind of data is collected.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type="email" for the Email field; type="text" for Your name.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name attribute (identifies the field, doesn't set its type).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779776"/>
            <a:ext cx="1371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INPUT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Smart Services: most UAE government services, from visas to vehicle registration, are requested online through forms. Clear labels make sure every resident can fill them in correctly.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Quick Recap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does the for/id link between a label and an input do?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happens if they don't match?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787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Email and Message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type="email" checks the visitor typed an email.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&lt;textarea&gt; gives a big box for messages, and it needs a closing tag.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11353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Email and Message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406139"/>
            <a:ext cx="5760720" cy="10287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479291"/>
            <a:ext cx="5541264" cy="9189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&lt;label for="email"&gt;Email:&lt;/label&gt;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&lt;input type="email" id="email" name="email"&gt;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/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&lt;label for="message"&gt;Message:&lt;/label&gt;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&lt;textarea id="message" name="message" rows="4"&gt;&lt;/textarea&gt;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Checkpoint by Checkpoint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1: Name works with its label.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2: labelled Email field.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3: labelled Message box and the Send button.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Finish and Test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Finish the contact form on Contact Us.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Then a partner clicks every label to test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Forms, Contact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9L2 - F1 Forms - Contact 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Partner Demo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Click each label for a partner and show it selects the right field.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