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DESIGN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4: Formative: F1 Forms and Navigation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9 - Design 1   •   Term 1, Week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Show working, correctly labelled forms linked into the site's navigation.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build functional forms.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apply form elements correctly.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collect information successfully.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Form (Review)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&lt;form&gt; tag: a container that groups input fields together so a website can collect information from a user.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&lt;form&gt; tag; groups inputs together; used to collect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F1 contact form on Contact Us.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 &lt;table&gt;; a paragraph asking a question with no inputs.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Smart Services: most UAE government services, from visas to vehicle registration, are requested online through forms. Clear labels make sure every resident can fill them in correctly.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Match the Tag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form, input, label, textarea, button, radio, checkbox, select.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Match each one to its job.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I Do: The Formative and Rubric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HTML Forms &amp; Navigation Activities (10 pts): functional form 4, correct labelling 3, navigation 3.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Finish both forms, then go through the Final Checklist.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We Do: Stuck? Use the Example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Ask for the Example Code sheet and compare one line at a time.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Peer test: try every field and every menu link.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3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Finish, Check, Submit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Tick every item on the Final Checklist (Forms).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Fix what your partner found, then submit via Toddle.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Activity: F1 Website, Final Checklist (Forms)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9L4 - F1 Website - Final Checklist (Forms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Exit Ticket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What's one more field or feature you'd add to your form if you had more time?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