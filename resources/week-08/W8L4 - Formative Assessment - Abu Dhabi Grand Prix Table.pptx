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Formative: Abu Dhabi Grand Prix 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a correctly structured table from given data, on your 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create structured tables.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organize data accurately.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display information clearly.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Table Header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&lt;th&gt; tag: a cell used for column or row titles, shown bold and centered by 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&lt;th&gt; tag; bold/centered by default; used for column/row titles.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&lt;th&gt;Grand Prix&lt;/th&gt; at the top of the Famous Grand Prix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&lt;td&gt; (a regular data cell).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TABLE HEADER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Statistical Information: the UAE publishes official data in clear tables so people can compare facts quickly. This week your F1 website presents real data, including facts about the Abu Dhabi Grand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Spot the Bug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row of a table has only 1 &lt;td&gt; but the others have 2.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will the table look like? How do you fix 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The Formative Task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Build the Abu Dhabi Grand Prix facts table on Vision and Mission, under 'Celebrate the Abu Dhabi GP'.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Then go through every check on the Final Checklist (Tables).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Stuck? Use the Example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Ask for the Example Code sheet and compare one line at a time.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Peer check all four of your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Build, Check, Submit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the table, tick every check, then submit via Toddle.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Website, Final Checklist (Tables)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8L4 - F1 Website - Final Checklist (Tables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Name one real website where a table would genuinely be useful.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