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3: Independent Application: Contact Times Table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Plan and build a table on your own.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colspan to make a title row.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table holds real tabular data (days and times).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table is structurally correct and displays cleanly.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Colspan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An attribute on a table cell that makes it stretch across (merge with) multiple columns.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Colspan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a table cell that makes it stretch across (merge with) multiple columns.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&lt;td&gt;/&lt;th&gt;; merges cells sideways; takes a number.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&lt;th colspan="2"&gt;Contact Times&lt;/th&gt; spanning 2 columns.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rowspan (merges vertically, not sideways).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COLSPAN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Statistical Information: the UAE publishes official data in clear tables so people can compare facts quickly. This week your F1 website presents real data, including facts about the Abu Dhabi Grand Prix.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Table or List?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Look at your Contact Us page.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information would be clearer as a table than as a list?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1076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Title Row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Plan first: how many columns and rows?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colspan="2" makes one cell stretch across both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433571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Stretch: a title row across 2 columns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726179"/>
            <a:ext cx="5760720" cy="708659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799331"/>
            <a:ext cx="5541264" cy="5989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&lt;tr&gt;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  &lt;th colspan="2"&gt;Contact Times&lt;/th&gt;</a:t>
            </a:r>
          </a:p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&lt;/tr&gt;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Contact Times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Build the Contact Times table on Contact Us, on your own.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Check every row has the right number of cells.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F1 Tables, Contact 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8L3 - F1 Tables - Contact 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Teacher Circulation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No formal exit ticket today. Teacher circulates for 1:1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