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960120"/>
            <a:ext cx="182880" cy="41833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</a:rPr>
              <a:t>DESIGN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965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D4E8"/>
                </a:solidFill>
              </a:rPr>
              <a:t>Lesson 4: Peer Review &amp; Structure Check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</a:rPr>
              <a:t>Ms. Abboud   ·   Grade 9 - Design 1   ·   Term 1, Week 2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Learning Objectives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WALT - We Are Learning 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Review and correct HTML document structure errors through peer feedback.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Complete this week's formal structure check against the success criteria.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WILF - What I'm Looking For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Create a valid HTML document structure.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Use tags correctly and display content successfully in a browser.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Frayer Model: Doctype Declaration (Review)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The very first line of an HTML file (&lt;!DOCTYPE html&gt;) that tells the browser which version of HTML to expect.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Always the very first line; tells the browser the HTML version; no closing tag.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EXAMPLES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0624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&lt;!DOCTYPE html&gt;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3522"/>
            <a:ext cx="4242816" cy="1469898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26864" y="303352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NON-EXAMPLES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73168" y="3417570"/>
            <a:ext cx="3950208" cy="10126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&lt;html&gt;; a comment in the code.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069080" y="2777490"/>
            <a:ext cx="1005840" cy="402336"/>
          </a:xfrm>
          <a:prstGeom prst="ellipse">
            <a:avLst/>
          </a:prstGeom>
          <a:solidFill>
            <a:srgbClr val="0E28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69080" y="277749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DOCTYPE DECLARATION (REVIEW)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National Identity Integration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205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2052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865376"/>
            <a:ext cx="8321040" cy="2500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UAE Digital Economy: every clearly structured webpage you build is a small-scale example of the digital infrastructure the UAE is investing in as it grows a knowledge-based economy. The same logical organization you practice today, breaking a page into head and body, nesting elements correctly, is exactly what powers the government services, banking apps, and businesses that make up the UAE's digital economy.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Hook · Engage &amp; Ask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1315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Quick-fire: spot the errors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Look at this snippet on the board. Call out what's broken.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880360" y="26868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Example: find the 3 mistakes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80360" y="2988564"/>
            <a:ext cx="5760720" cy="1267968"/>
          </a:xfrm>
          <a:prstGeom prst="roundRect">
            <a:avLst>
              <a:gd name="adj" fmla="val 576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80944" y="3089148"/>
            <a:ext cx="5559552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Oops</a:t>
            </a:r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&lt;hed&gt;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&lt;h1&gt;Missing DOCTYPE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00" dirty="0"/>
          </a:p>
          <a:p>
            <a:pPr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1 / 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3168396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We Do: Peer Review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Swap laptops or screens with a partner and use the checklist to review each other's file.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Use Accountable Talk stems while you review: 'I noticed that...', 'Can you explain why...?', 'I'd suggest...'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31636" y="1280160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</a:rPr>
              <a:t>Activity: Peer Review &amp; Structure Check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1636" y="1581912"/>
            <a:ext cx="2409444" cy="26746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C:\Users\a.abboud\Desktop\html unit\resources\week-02\scratch\w2l4_workshee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23076" y="1673352"/>
            <a:ext cx="2226564" cy="2491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2 / 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We Do: Fix &amp; Check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Whole-class troubleshooting of the 2-3 most common recurring errors seen during peer review.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Fix any issues your partner flagged, then submit your file for the formal structure check.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CLOSURE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Transition &amp; Extend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Exit ticket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One thing your partner helped you fix today.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Next week: Headings, Paragraphs &amp; Text Formatting.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 — Lesson Plan</dc:title>
  <dc:subject>PptxGenJS Presentation</dc:subject>
  <dc:creator>Emirates National Schools</dc:creator>
  <cp:lastModifiedBy>Emirates National Schools</cp:lastModifiedBy>
  <cp:revision>1</cp:revision>
  <dcterms:created xsi:type="dcterms:W3CDTF">2026-09-08T07:00:16Z</dcterms:created>
  <dcterms:modified xsi:type="dcterms:W3CDTF">2026-09-08T07:00:16Z</dcterms:modified>
</cp:coreProperties>
</file>