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3: Independent Build - Expanding Your Homepage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·   Grade 9 - Design 1   ·   Term 1, Week 2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Apply correct HTML document structure to expand your personal website homepage.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Work independently to add multiple headings and paragraphs, nested correctly.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File structure is valid and complete.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Content is organized logically under clear headings.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Frayer Model: Nesting (Review)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Placing one HTML element inside another, so the inner element is fully contained within the outer one.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One element fully inside another; inner tags close before outer tags.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EXAMPLES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0624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&lt;li&gt; inside &lt;ul&gt;; &lt;strong&gt; inside &lt;p&gt;.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NON-EXAMPLES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73168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Two tags placed side-by-side, not inside one another.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7490"/>
            <a:ext cx="1005840" cy="402336"/>
          </a:xfrm>
          <a:prstGeom prst="ellipse">
            <a:avLst/>
          </a:prstGeom>
          <a:solidFill>
            <a:srgbClr val="0E28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69080" y="277749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NESTING (REVIEW)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Economy: every clearly structured webpage you build is a small-scale example of the digital infrastructure the UAE is investing in as it grows a knowledge-based economy. The same logical organization you practice today, breaking a page into head and body, nesting elements correctly, is exactly what powers the government services, banking apps, and businesses that make up the UAE's digital economy.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·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Quick share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What's one part of your website from last week that felt confusing to build?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I Do: Today's Challenge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Quick review: the structure checklist from Lesson 2.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Today's challenge: expand last week's index.html into a richer homepage with multiple headings and paragraphs.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80360" y="21534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Example: an expanded, properly nested homepage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2455164"/>
            <a:ext cx="5760720" cy="1801368"/>
          </a:xfrm>
          <a:prstGeom prst="roundRect">
            <a:avLst>
              <a:gd name="adj" fmla="val 406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80944" y="2555748"/>
            <a:ext cx="555955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Hi, I'm [Your Name]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short introduction paragraph.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Interests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paragraph about hobbies or interests.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3168396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You Do: Plan &amp; Build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Work independently or in pairs to restructure and expand your file.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Early finishers: start a second file, about.html, to think ahead to multi-page sites.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31636" y="1280160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Activity: Expanding Your Homepage, Planning Sheet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581912"/>
            <a:ext cx="2409444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C:\Users\a.abboud\Desktop\html unit\resources\week-02\scratch\w2l3_workshee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3076" y="1673352"/>
            <a:ext cx="2226564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Informal check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No formal exit ticket today. The teacher circulates and checks in with each student or pair as they wrap 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— Lesson Plan</dc:title>
  <dc:subject>PptxGenJS Presentation</dc:subject>
  <dc:creator>Emirates National Schools</dc:creator>
  <cp:lastModifiedBy>Emirates National Schools</cp:lastModifiedBy>
  <cp:revision>1</cp:revision>
  <dcterms:created xsi:type="dcterms:W3CDTF">2026-09-08T07:00:15Z</dcterms:created>
  <dcterms:modified xsi:type="dcterms:W3CDTF">2026-09-08T07:00:15Z</dcterms:modified>
</cp:coreProperties>
</file>