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960120"/>
            <a:ext cx="182880" cy="418338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</a:rPr>
              <a:t>DESIGN 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11480" y="19659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D4E8"/>
                </a:solidFill>
              </a:rPr>
              <a:t>Lesson 2: Guided Build - Structuring a Page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</a:rPr>
              <a:t>Ms. Abboud   ·   Grade 9 - Design 1   ·   Term 1, Week 2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Learning Objectives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WALT - We Are Learning To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Build a correctly structured HTML document using html, head, title, and body tags.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Apply teacher-modeled checkpoints to confirm each part is in place before moving on.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WILF - What I'm Looking For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Document includes all 5 core tags in the correct nested order.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Page renders in the browser with no visible errors.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Academic Vocabulary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9961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9961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2336" y="156362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Opening Tag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02336" y="182880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first half of an element, written as &lt;tagname&gt;, that marks where it begins.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149961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9160" y="149961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37176" y="156362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Closing Tag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37176" y="182880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second half of an element, written as &lt;/tagname&gt; with a forward slash, that marks where it ends.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32257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232257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2336" y="238658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Case Sensitivity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02336" y="265176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When uppercase and lowercase letters are treated as different characters. HTML tags should stay consistently lowercase to avoid errors.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Frayer Model: Case Sensitivity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DEFINITION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When uppercase and lowercase letters are treated as different characters. HTML tags and attributes should stay consistently lowercase to avoid errors.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CHARACTERISTICS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Uppercase and lowercase treated differently; HTML tags are conventionally lowercase.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3033522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3033522"/>
            <a:ext cx="4242816" cy="31089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303352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EXAMPLES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20624" y="3417570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class vs CLASS treated as different in some contexts.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3522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26864" y="3033522"/>
            <a:ext cx="4242816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26864" y="303352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NON-EXAMPLES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773168" y="3417570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Human reading, where 'Hello' and 'HELLO' mean the same thing.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069080" y="2777490"/>
            <a:ext cx="1005840" cy="402336"/>
          </a:xfrm>
          <a:prstGeom prst="ellipse">
            <a:avLst/>
          </a:prstGeom>
          <a:solidFill>
            <a:srgbClr val="0E28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069080" y="277749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CASE SENSITIVITY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National Identity Integration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205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2052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1865376"/>
            <a:ext cx="8321040" cy="2500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UAE Digital Economy: every clearly structured webpage you build is a small-scale example of the digital infrastructure the UAE is investing in as it grows a knowledge-based economy. The same logical organization you practice today, breaking a page into head and body, nesting elements correctly, is exactly what powers the government services, banking apps, and businesses that make up the UAE's digital economy.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STARTER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Hook · Engage &amp; Ask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Quick matching activity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Match each tag name to its purpose.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1 / 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1048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I Do: Teacher Models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Teacher models building a document structure one step at a time, pausing after each line for you to replicate it.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880360" y="242011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Example: target structure (yours should match this)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880360" y="2721864"/>
            <a:ext cx="5760720" cy="1534668"/>
          </a:xfrm>
          <a:prstGeom prst="roundRect">
            <a:avLst>
              <a:gd name="adj" fmla="val 4767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80944" y="2822448"/>
            <a:ext cx="5559552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Structured Page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paragraph is nested correctly inside the body.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2 / 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We Do: Checkpoints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Checkpoint 1: confirm DOCTYPE + html tags are in place.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Checkpoint 2: confirm head + title are in place.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Checkpoint 3: confirm body opens and closes correctly.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Add a heading and a paragraph inside body to test your understanding of nesting.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3 / 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3168396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You Do: Build &amp; Check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Build the shell of a brand-new HTML page from scratch following the three checkpoints, then open it in a browser.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Watch out for: unclosed tags, mismatched tags, and case sensitivity.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31636" y="1280160"/>
            <a:ext cx="2409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Activity: Building Your Page Structure, Checkpoint Sheet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31636" y="1581912"/>
            <a:ext cx="2409444" cy="26746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C:\Users\a.abboud\Desktop\html unit\resources\week-02\scratch\w2l2_workshee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23076" y="1673352"/>
            <a:ext cx="2226564" cy="24917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CLOSURE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Transition &amp; Extend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Partner check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Swap screens and use a quick structure checklist to review each other's file.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1 — Lesson Plan</dc:title>
  <dc:subject>PptxGenJS Presentation</dc:subject>
  <dc:creator>Emirates National Schools</dc:creator>
  <cp:lastModifiedBy>Emirates National Schools</cp:lastModifiedBy>
  <cp:revision>1</cp:revision>
  <dcterms:created xsi:type="dcterms:W3CDTF">2026-09-08T06:58:06Z</dcterms:created>
  <dcterms:modified xsi:type="dcterms:W3CDTF">2026-09-08T06:58:06Z</dcterms:modified>
</cp:coreProperties>
</file>