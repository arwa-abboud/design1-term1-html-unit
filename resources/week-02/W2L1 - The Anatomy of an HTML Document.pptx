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1: The Anatomy of an HTML Document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·   Grade 9 - Design 1   ·   Term 1, Week 2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Explain what each core structural tag does: &lt;!DOCTYPE html&gt;, &lt;html&gt;, &lt;head&gt;, &lt;title&gt;, and &lt;body&gt;.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Correctly use and nest these tags in the right order to build a valid HTML document.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Can name the 5 core structural tags in the correct order.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Can explain the difference between &lt;head&gt; and &lt;body&gt;.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Doctype Declaration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very first line of an HTML file (&lt;!DOCTYPE html&gt;) that tells the browser which version of HTML to expect.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3717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Head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37176" y="1828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part of an HTML document (&lt;head&gt;) that holds information about the page, like its title, nothing inside it shows directly on the page.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32257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32257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" y="23865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Body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2336" y="26517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part of an HTML document (&lt;body&gt;) that holds everything visible to a visitor, text, images, links, etc.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09160" y="232257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09160" y="232257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37176" y="23865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Nesting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37176" y="26517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Placing one HTML element inside another, so the inner element is fully contained within the outer 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Frayer Model: Nesting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Placing one HTML element inside another, so the inner element is fully contained within the outer one.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One element fully inside another; inner tags close before outer tags.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EXAMPLES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0624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&lt;li&gt; inside &lt;ul&gt;; &lt;strong&gt; inside &lt;p&gt;.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NON-EXAMPLES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73168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Two tags placed side-by-side, not inside one another.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7490"/>
            <a:ext cx="1005840" cy="402336"/>
          </a:xfrm>
          <a:prstGeom prst="ellipse">
            <a:avLst/>
          </a:prstGeom>
          <a:solidFill>
            <a:srgbClr val="0E28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69080" y="277749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NESTING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Economy: every clearly structured webpage you build is a small-scale example of the digital infrastructure the UAE is investing in as it grows a knowledge-based economy. The same logical organization you practice today, breaking a page into head and body, nesting elements correctly, is exactly what powers the government services, banking apps, and businesses that make up the UAE's digital economy.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·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Recap last week's file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Which tags did we use in our Hello World / About Me file, and what might be missing from a 'real' webpage?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1818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 Do: Teacher Demo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Every HTML document needs a standard 'skeleton': DOCTYPE, html, head, and body.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Live demo: build the structure line by line, explaining what each tag does.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55346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the basic HTML skeleton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855214"/>
            <a:ext cx="5760720" cy="1401318"/>
          </a:xfrm>
          <a:prstGeom prst="roundRect">
            <a:avLst>
              <a:gd name="adj" fmla="val 522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80944" y="2955798"/>
            <a:ext cx="5559552" cy="1200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Title (shows in browser tab)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Everything visible on the page goes here --&gt;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We Do: Diagnose Together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Structuring a page means breaking one big problem into smaller, logical parts.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Diagnose this broken structure together: what's missing or out of order?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9535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spot what's broken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3255264"/>
            <a:ext cx="5760720" cy="1001268"/>
          </a:xfrm>
          <a:prstGeom prst="roundRect">
            <a:avLst>
              <a:gd name="adj" fmla="val 730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80944" y="3355848"/>
            <a:ext cx="5559552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Page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3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3168396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You Do: Label the Diagram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Label a given blank HTML structure diagram with the correct tag names and a one-line description of each tag's job.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31636" y="1280160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Activity: HTML Structure Diagram, Labeling Worksheet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581912"/>
            <a:ext cx="2409444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C:\Users\a.abboud\Desktop\html unit\resources\week-02\scratch\w2l1_workshee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3076" y="1673352"/>
            <a:ext cx="2226564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Exit ticket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What would happen if we left out the &lt;body&gt; tag?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— Lesson Plan</dc:title>
  <dc:subject>PptxGenJS Presentation</dc:subject>
  <dc:creator>Emirates National Schools</dc:creator>
  <cp:lastModifiedBy>Emirates National Schools</cp:lastModifiedBy>
  <cp:revision>1</cp:revision>
  <dcterms:created xsi:type="dcterms:W3CDTF">2026-09-08T06:57:11Z</dcterms:created>
  <dcterms:modified xsi:type="dcterms:W3CDTF">2026-09-08T06:57:11Z</dcterms:modified>
</cp:coreProperties>
</file>