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07498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960120"/>
            <a:ext cx="182880" cy="418338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</a:rPr>
              <a:t>DESIGN 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11480" y="19659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8D4E8"/>
                </a:solidFill>
              </a:rPr>
              <a:t>Lesson 4: Building Your First HTML File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</a:rPr>
              <a:t>Ms. Abboud   |   Grade 9 - Design 1   |   Term 1, Week 1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7481"/>
            <a:ext cx="9144000" cy="16560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Learning Objectives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9524"/>
          </a:xfrm>
          <a:prstGeom prst="rect">
            <a:avLst/>
          </a:prstGeom>
          <a:solidFill>
            <a:srgbClr val="EEF6FB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WALT - We Are Learning To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To create and save a basic HTML file independently.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To apply correct file-saving conventions.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9524"/>
          </a:xfrm>
          <a:prstGeom prst="rect">
            <a:avLst/>
          </a:prstGeom>
          <a:solidFill>
            <a:srgbClr val="EEF6FB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WILF - What I'm Looking For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My file is created and saved correctly as index.html.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It displays correctly when I open it in a browser.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It contains a page title and at least one paragraph of text.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Academic Vocabulary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9961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9961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2336" y="156362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Syntax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02336" y="182880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exact rules for writing code correctly, like grammar rules for HTML. Every opening tag needs a matching closing tag.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Frayer Model: Syntax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61104" cy="1488186"/>
          </a:xfrm>
          <a:prstGeom prst="rect">
            <a:avLst/>
          </a:prstGeom>
          <a:solidFill>
            <a:srgbClr val="EEF6FB"/>
          </a:solidFill>
          <a:ln w="15875">
            <a:solidFill>
              <a:srgbClr val="15608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53896"/>
            <a:ext cx="4261104" cy="29260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453896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DEFINITION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11480" y="1819656"/>
            <a:ext cx="3986784" cy="1049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The exact set of rules for writing code correctly, like grammar rules for HTML (for example, every opening tag needs a matching closing tag).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645152" y="1453896"/>
            <a:ext cx="4261104" cy="1488186"/>
          </a:xfrm>
          <a:prstGeom prst="rect">
            <a:avLst/>
          </a:prstGeom>
          <a:solidFill>
            <a:srgbClr val="EEF6FB"/>
          </a:solidFill>
          <a:ln w="15875">
            <a:solidFill>
              <a:srgbClr val="0F9ED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45152" y="1453896"/>
            <a:ext cx="4261104" cy="292608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45152" y="1453896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CHARACTERISTICS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82312" y="1819656"/>
            <a:ext cx="3986784" cy="1049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A strict set of rules. Every opening tag needs a closing tag. Case matters.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74320" y="3051810"/>
            <a:ext cx="4261104" cy="1488186"/>
          </a:xfrm>
          <a:prstGeom prst="rect">
            <a:avLst/>
          </a:prstGeom>
          <a:solidFill>
            <a:srgbClr val="EEF6FB"/>
          </a:solidFill>
          <a:ln w="15875">
            <a:solidFill>
              <a:srgbClr val="0E284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3051810"/>
            <a:ext cx="4261104" cy="292608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3051810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EXAMPLES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11480" y="3417570"/>
            <a:ext cx="3986784" cy="1049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Correctly closing &lt;/p&gt;. Matching quote marks in an attribute.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645152" y="3051810"/>
            <a:ext cx="4261104" cy="1488186"/>
          </a:xfrm>
          <a:prstGeom prst="rect">
            <a:avLst/>
          </a:prstGeom>
          <a:solidFill>
            <a:srgbClr val="EEF6FB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45152" y="3051810"/>
            <a:ext cx="426110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45152" y="3051810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</a:rPr>
              <a:t>NON-EXAMPLES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782312" y="3417570"/>
            <a:ext cx="3986784" cy="1049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Casual spoken grammar. A design choice like color.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794760" y="2727198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0E28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794760" y="272719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SYNTAX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National Identity Integration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 w="12700">
            <a:solidFill>
              <a:srgbClr val="BE002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205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2052"/>
          </a:xfrm>
          <a:prstGeom prst="rect">
            <a:avLst/>
          </a:prstGeom>
          <a:solidFill>
            <a:srgbClr val="BE0028"/>
          </a:solidFill>
          <a:ln w="12700">
            <a:solidFill>
              <a:srgbClr val="BE002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1865376"/>
            <a:ext cx="8321040" cy="2500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UAE Digital Transformation and Future Skills: as you learn to build for the web this term, you're practicing exactly the kind of digital skill the UAE is investing in as it builds a future economy powered by technology and innovation.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STARTER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Hook - Engage &amp; Ask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5 - 10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Quick recall: what do the letters H-T-M-L stand for, and why does a browser need it?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1 / 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I Do: Teacher Demo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Watch your teacher build a new HTML file from scratch.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It will include a page title and a short paragraph of introduction.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880360" y="219391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Example: teacher's index.html</a:t>
            </a:r>
            <a:endParaRPr lang="en-US" sz="1100" i="1" dirty="0"/>
          </a:p>
        </p:txBody>
      </p:sp>
      <p:sp>
        <p:nvSpPr>
          <p:cNvPr id="13" name="Shape 9"/>
          <p:cNvSpPr/>
          <p:nvPr/>
        </p:nvSpPr>
        <p:spPr>
          <a:xfrm>
            <a:off x="2880360" y="2468880"/>
            <a:ext cx="5760720" cy="1706880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971800" y="2560320"/>
            <a:ext cx="5577840" cy="1524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latin typeface="Courier New"/>
                <a:solidFill>
                  <a:srgbClr val="CFE8F2"/>
                </a:solidFill>
              </a:rPr>
              <a:t>&lt;!DOCTYPE html&gt;</a:t>
            </a:r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latin typeface="Courier New"/>
                <a:solidFill>
                  <a:srgbClr val="CFE8F2"/>
                </a:solidFill>
              </a:rPr>
              <a:t>&lt;html&gt;</a:t>
            </a:r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latin typeface="Courier New"/>
                <a:solidFill>
                  <a:srgbClr val="CFE8F2"/>
                </a:solidFill>
              </a:rPr>
              <a:t>&lt;head&gt;</a:t>
            </a:r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latin typeface="Courier New"/>
                <a:solidFill>
                  <a:srgbClr val="CFE8F2"/>
                </a:solidFill>
              </a:rPr>
              <a:t xml:space="preserve">  &lt;title&gt;</a:t>
            </a:r>
            <a:r>
              <a:rPr lang="en-US" sz="900" dirty="0">
                <a:latin typeface="Courier New"/>
                <a:solidFill>
                  <a:srgbClr val="FFFFFF"/>
                </a:solidFill>
              </a:rPr>
              <a:t>Ms. Abboud's Page</a:t>
            </a:r>
            <a:r>
              <a:rPr lang="en-US" sz="900" dirty="0">
                <a:latin typeface="Courier New"/>
                <a:solidFill>
                  <a:srgbClr val="CFE8F2"/>
                </a:solidFill>
              </a:rPr>
              <a:t>&lt;/title&gt;</a:t>
            </a:r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latin typeface="Courier New"/>
                <a:solidFill>
                  <a:srgbClr val="CFE8F2"/>
                </a:solidFill>
              </a:rPr>
              <a:t>&lt;/head&gt;</a:t>
            </a:r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latin typeface="Courier New"/>
                <a:solidFill>
                  <a:srgbClr val="CFE8F2"/>
                </a:solidFill>
              </a:rPr>
              <a:t>&lt;body&gt;</a:t>
            </a:r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latin typeface="Courier New"/>
                <a:solidFill>
                  <a:srgbClr val="CFE8F2"/>
                </a:solidFill>
              </a:rPr>
              <a:t xml:space="preserve">  &lt;h1&gt;</a:t>
            </a:r>
            <a:r>
              <a:rPr lang="en-US" sz="900" dirty="0">
                <a:latin typeface="Courier New"/>
                <a:solidFill>
                  <a:srgbClr val="FFFFFF"/>
                </a:solidFill>
              </a:rPr>
              <a:t>Hello, I'm Ms. Abboud</a:t>
            </a:r>
            <a:r>
              <a:rPr lang="en-US" sz="900" dirty="0">
                <a:latin typeface="Courier New"/>
                <a:solidFill>
                  <a:srgbClr val="CFE8F2"/>
                </a:solidFill>
              </a:rPr>
              <a:t>&lt;/h1&gt;</a:t>
            </a:r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latin typeface="Courier New"/>
                <a:solidFill>
                  <a:srgbClr val="CFE8F2"/>
                </a:solidFill>
              </a:rPr>
              <a:t xml:space="preserve">  &lt;p&gt;</a:t>
            </a:r>
            <a:r>
              <a:rPr lang="en-US" sz="900" dirty="0">
                <a:latin typeface="Courier New"/>
                <a:solidFill>
                  <a:srgbClr val="FFFFFF"/>
                </a:solidFill>
              </a:rPr>
              <a:t>I teach Design 1 and love building things with code.</a:t>
            </a:r>
            <a:r>
              <a:rPr lang="en-US" sz="900" dirty="0">
                <a:latin typeface="Courier New"/>
                <a:solidFill>
                  <a:srgbClr val="CFE8F2"/>
                </a:solidFill>
              </a:rPr>
              <a:t>&lt;/p&gt;</a:t>
            </a:r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latin typeface="Courier New"/>
                <a:solidFill>
                  <a:srgbClr val="CFE8F2"/>
                </a:solidFill>
              </a:rPr>
              <a:t>&lt;/body&gt;</a:t>
            </a:r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latin typeface="Courier New"/>
                <a:solidFill>
                  <a:srgbClr val="CFE8F2"/>
                </a:solidFill>
              </a:rPr>
              <a:t>&lt;/html&gt;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2 / 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We Do: Guided Practice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Follow along step by step to build your own basic personal HTML file.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This file becomes the first draft of your Personal Website Project.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3 / 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274320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You Do: Your Turn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Create and save a new file called index.html.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Add a page title and a short paragraph introducing yourself.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Open it in your browser to check it displays correctly.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888736" y="1243584"/>
            <a:ext cx="2933395" cy="30495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C:\Users\a.abboud\AppData\Local\Temp\g9_week1_slides_v3\w1l4_activit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25312" y="1280160"/>
            <a:ext cx="2860243" cy="27934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25312" y="4119372"/>
            <a:ext cx="28602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</a:rPr>
              <a:t>Today's activity: the About Me Paragraph worksheet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4 / 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Troubleshooting Common Errors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Forgot to save the file?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Wrong file extension?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Page not updating? Try a hard refresh (Ctrl+Shift+R).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CLOSURE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Transition &amp; Extend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5 - 10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Submit index.html to Toddle.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This is this week's formal formative check.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1 - Lesson Plan</dc:title>
  <dc:subject>PptxGenJS Presentation</dc:subject>
  <dc:creator>Emirates National Schools</dc:creator>
  <cp:lastModifiedBy>Emirates National Schools</cp:lastModifiedBy>
  <cp:revision>1</cp:revision>
  <dcterms:created xsi:type="dcterms:W3CDTF">2026-09-03T09:07:58Z</dcterms:created>
  <dcterms:modified xsi:type="dcterms:W3CDTF">2026-09-03T09:07:58Z</dcterms:modified>
</cp:coreProperties>
</file>