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207498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960120"/>
            <a:ext cx="9144000" cy="4183380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960120"/>
            <a:ext cx="182880" cy="4183380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11480" y="118872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200" kern="0" dirty="0">
                <a:solidFill>
                  <a:srgbClr val="FFFFFF"/>
                </a:solidFill>
              </a:rPr>
              <a:t>DESIGN 1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411480" y="1965960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A8D4E8"/>
                </a:solidFill>
              </a:rPr>
              <a:t>Lesson 4: Building Your First HTML File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411480" y="2606040"/>
            <a:ext cx="8321040" cy="0"/>
          </a:xfrm>
          <a:prstGeom prst="line">
            <a:avLst/>
          </a:prstGeom>
          <a:noFill/>
          <a:ln w="12700">
            <a:solidFill>
              <a:srgbClr val="0F9ED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11480" y="2743200"/>
            <a:ext cx="8503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DC8E0"/>
                </a:solidFill>
              </a:rPr>
              <a:t>Ms. Abboud   |   Grade 9 - Design 1   |   Term 1, Week 1</a:t>
            </a:r>
            <a:endParaRPr lang="en-US" sz="1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87481"/>
            <a:ext cx="9144000" cy="165601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Learning Objectives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274320" y="1453896"/>
            <a:ext cx="4160520" cy="3049524"/>
          </a:xfrm>
          <a:prstGeom prst="rect">
            <a:avLst/>
          </a:prstGeom>
          <a:solidFill>
            <a:srgbClr val="EEF6FB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274320" y="1453896"/>
            <a:ext cx="4160520" cy="347472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74320" y="145389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WALT - We Are Learning To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38912" y="1892808"/>
            <a:ext cx="3831336" cy="25191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To create and save a basic HTML file independently.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To apply correct file-saving conventions.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709160" y="1453896"/>
            <a:ext cx="4160520" cy="3049524"/>
          </a:xfrm>
          <a:prstGeom prst="rect">
            <a:avLst/>
          </a:prstGeom>
          <a:solidFill>
            <a:srgbClr val="EEF6FB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709160" y="1453896"/>
            <a:ext cx="4160520" cy="347472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709160" y="145389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WILF - What I'm Looking For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4873752" y="1892808"/>
            <a:ext cx="3831336" cy="25191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My file is created and saved correctly as index.html.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It displays correctly when I open it in a browser.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It contains a page title and at least one paragraph of text.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Academic Vocabulary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274320" y="1499616"/>
            <a:ext cx="4160520" cy="685800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274320" y="1499616"/>
            <a:ext cx="64008" cy="685800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402336" y="1563624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</a:rPr>
              <a:t>Syntax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402336" y="1828800"/>
            <a:ext cx="3959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The exact rules for writing code correctly, like grammar rules for HTML. Every opening tag needs a matching closing tag.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Frayer Model: Syntax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274320" y="1453896"/>
            <a:ext cx="4261104" cy="1488186"/>
          </a:xfrm>
          <a:prstGeom prst="rect">
            <a:avLst/>
          </a:prstGeom>
          <a:solidFill>
            <a:srgbClr val="EEF6FB"/>
          </a:solidFill>
          <a:ln w="15875">
            <a:solidFill>
              <a:srgbClr val="156082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274320" y="1453896"/>
            <a:ext cx="4261104" cy="292608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74320" y="1453896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</a:rPr>
              <a:t>DEFINITION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411480" y="1819656"/>
            <a:ext cx="3986784" cy="10492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The exact set of rules for writing code correctly, like grammar rules for HTML (for example, every opening tag needs a matching closing tag).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645152" y="1453896"/>
            <a:ext cx="4261104" cy="1488186"/>
          </a:xfrm>
          <a:prstGeom prst="rect">
            <a:avLst/>
          </a:prstGeom>
          <a:solidFill>
            <a:srgbClr val="EEF6FB"/>
          </a:solidFill>
          <a:ln w="15875">
            <a:solidFill>
              <a:srgbClr val="0F9ED5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45152" y="1453896"/>
            <a:ext cx="4261104" cy="292608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645152" y="1453896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</a:rPr>
              <a:t>CHARACTERISTICS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4782312" y="1819656"/>
            <a:ext cx="3986784" cy="10492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A strict set of rules. Every opening tag needs a closing tag. Case matters.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274320" y="3051810"/>
            <a:ext cx="4261104" cy="1488186"/>
          </a:xfrm>
          <a:prstGeom prst="rect">
            <a:avLst/>
          </a:prstGeom>
          <a:solidFill>
            <a:srgbClr val="EEF6FB"/>
          </a:solidFill>
          <a:ln w="15875">
            <a:solidFill>
              <a:srgbClr val="0E2841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74320" y="3051810"/>
            <a:ext cx="4261104" cy="292608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274320" y="305181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</a:rPr>
              <a:t>EXAMPLES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11480" y="3417570"/>
            <a:ext cx="3986784" cy="10492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Correctly closing &lt;/p&gt;. Matching quote marks in an attribute.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4645152" y="3051810"/>
            <a:ext cx="4261104" cy="1488186"/>
          </a:xfrm>
          <a:prstGeom prst="rect">
            <a:avLst/>
          </a:prstGeom>
          <a:solidFill>
            <a:srgbClr val="EEF6FB"/>
          </a:solidFill>
          <a:ln w="15875">
            <a:solidFill>
              <a:srgbClr val="B4530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645152" y="3051810"/>
            <a:ext cx="4261104" cy="292608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645152" y="305181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</a:rPr>
              <a:t>NON-EXAMPLES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4782312" y="3417570"/>
            <a:ext cx="3986784" cy="10492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Casual spoken grammar. A design choice like color.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3794760" y="2727198"/>
            <a:ext cx="1554480" cy="502920"/>
          </a:xfrm>
          <a:prstGeom prst="roundRect">
            <a:avLst>
              <a:gd name="adj" fmla="val 18182"/>
            </a:avLst>
          </a:prstGeom>
          <a:solidFill>
            <a:srgbClr val="0E284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3794760" y="272719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SYNTAX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National Identity Integration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0" y="1453896"/>
            <a:ext cx="9144000" cy="59436"/>
          </a:xfrm>
          <a:prstGeom prst="rect">
            <a:avLst/>
          </a:prstGeom>
          <a:solidFill>
            <a:srgbClr val="BE0028"/>
          </a:solidFill>
          <a:ln w="12700">
            <a:solidFill>
              <a:srgbClr val="BE0028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0" y="1513332"/>
            <a:ext cx="9144000" cy="594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0" y="1572768"/>
            <a:ext cx="9144000" cy="5943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0" y="1632204"/>
            <a:ext cx="9144000" cy="59436"/>
          </a:xfrm>
          <a:prstGeom prst="rect">
            <a:avLst/>
          </a:prstGeom>
          <a:solidFill>
            <a:srgbClr val="00843D"/>
          </a:solidFill>
          <a:ln w="12700">
            <a:solidFill>
              <a:srgbClr val="00843D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274320" y="1773936"/>
            <a:ext cx="8595360" cy="270205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274320" y="1773936"/>
            <a:ext cx="64008" cy="2702052"/>
          </a:xfrm>
          <a:prstGeom prst="rect">
            <a:avLst/>
          </a:prstGeom>
          <a:solidFill>
            <a:srgbClr val="BE0028"/>
          </a:solidFill>
          <a:ln w="12700">
            <a:solidFill>
              <a:srgbClr val="BE002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02920" y="1865376"/>
            <a:ext cx="8321040" cy="25008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UAE Digital Transformation and Future Skills: as you learn to build for the web this term, you're practicing exactly the kind of digital skill the UAE is investing in as it builds a future economy powered by technology and innovation.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156082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STARTER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Hook - Engage &amp; Ask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5 - 10 minutes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880360" y="1280160"/>
            <a:ext cx="585216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Quick recall: what do the letters H-T-M-L stand for, and why does a browser need it?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LESSON CORE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Gradual Release of Responsibility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30 - 40 minutes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228600" y="411937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8F2"/>
                </a:solidFill>
              </a:rPr>
              <a:t>1 / 4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80360" y="1280160"/>
            <a:ext cx="585216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I Do: Teacher Demo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Watch your teacher build a new HTML file from scratch.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It will include a page title and a short paragraph of introduction.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LESSON CORE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Gradual Release of Responsibility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30 - 40 minutes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228600" y="411937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8F2"/>
                </a:solidFill>
              </a:rPr>
              <a:t>2 / 4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80360" y="1280160"/>
            <a:ext cx="585216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We Do: Guided Practice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Follow along step by step to build your own basic personal HTML file.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This file becomes the first draft of your Personal Website Project.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LESSON CORE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Gradual Release of Responsibility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30 - 40 minutes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228600" y="411937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8F2"/>
                </a:solidFill>
              </a:rPr>
              <a:t>3 / 4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80360" y="1280160"/>
            <a:ext cx="274320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You Do: Your Turn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Create and save a new file called index.html.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Add a page title and a short paragraph introducing yourself.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Open it in your browser to check it displays correctly.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888736" y="1243584"/>
            <a:ext cx="2933395" cy="30495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13" name="Image 2" descr="C:\Users\a.abboud\AppData\Local\Temp\g9_week1_slides_v3\w1l4_activ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25312" y="1280160"/>
            <a:ext cx="2860243" cy="27934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925312" y="4119372"/>
            <a:ext cx="286024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A5568"/>
                </a:solidFill>
              </a:rPr>
              <a:t>Today's activity: the About Me Paragraph worksheet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0E2841"/>
          </a:solidFill>
          <a:ln w="12700">
            <a:solidFill>
              <a:srgbClr val="0E2841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LESSON CORE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Gradual Release of Responsibility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30 - 40 minutes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228600" y="411937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8F2"/>
                </a:solidFill>
              </a:rPr>
              <a:t>4 / 4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80360" y="1280160"/>
            <a:ext cx="585216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Troubleshooting Common Errors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Forgot to save the file?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Wrong file extension?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Page not updating? Try a hard refresh (Ctrl+Shift+R).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76572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16452"/>
          </a:xfrm>
          <a:prstGeom prst="rect">
            <a:avLst/>
          </a:prstGeom>
          <a:solidFill>
            <a:srgbClr val="0F9ED5"/>
          </a:solidFill>
          <a:ln w="12700">
            <a:solidFill>
              <a:srgbClr val="0F9ED5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CLOSURE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228600" y="16459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8F2"/>
                </a:solidFill>
              </a:rPr>
              <a:t>Transition &amp; Extend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8F2"/>
                </a:solidFill>
              </a:rPr>
              <a:t>5 - 10 minutes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651760" y="1097280"/>
            <a:ext cx="6217920" cy="3342132"/>
          </a:xfrm>
          <a:prstGeom prst="rect">
            <a:avLst/>
          </a:prstGeom>
          <a:solidFill>
            <a:srgbClr val="EEF6FB"/>
          </a:solidFill>
          <a:ln w="12700">
            <a:solidFill>
              <a:srgbClr val="D8E4EB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880360" y="1280160"/>
            <a:ext cx="5852160" cy="29763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Submit index.html to Toddle.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This is this week's formal formative check.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1 - Lesson Plan</dc:title>
  <dc:subject>PptxGenJS Presentation</dc:subject>
  <dc:creator>Emirates National Schools</dc:creator>
  <cp:lastModifiedBy>Emirates National Schools</cp:lastModifiedBy>
  <cp:revision>1</cp:revision>
  <dcterms:created xsi:type="dcterms:W3CDTF">2026-09-03T09:07:58Z</dcterms:created>
  <dcterms:modified xsi:type="dcterms:W3CDTF">2026-09-03T09:07:58Z</dcterms:modified>
</cp:coreProperties>
</file>