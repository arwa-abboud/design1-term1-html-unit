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4: Building Your First HTML File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create and save a basic HTML file independently.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apply correct file-saving conventions.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My file is created and saved correctly as index.html.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displays correctly when I open it in a browser.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contains a page title and at least one paragraph of text.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Syntax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exact rules for writing code correctly, like grammar rules for HTML. Every opening tag needs a matching closing tag.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Frayer Model: Syntax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DEFINITION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11480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The exact set of rules for writing code correctly, like grammar rules for HTML (for example, every opening tag needs a matching closing tag).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45152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CHARACTERISTICS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82312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A strict set of rules. Every opening tag needs a closing tag. Case matters.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E28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EXAMPLES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11480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Correctly closing &lt;/p&gt;. Matching quote marks in an attribute.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645152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NON-EXAMPLES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82312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Casual spoken grammar. A design choice like color.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794760" y="2727198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0E28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794760" y="272719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SYNTAX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Quick recall: what do the letters H-T-M-L stand for, and why does a browser need it?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I Do: Teacher Demo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Watch your teacher build a new HTML file from scratch.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It will include a page title and a short paragraph of introduction.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We Do: Guided Practice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Follow along step by step to build your own basic personal HTML file.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file becomes the first draft of your Personal Website Project.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274320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You Do: Your Turn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Create and save a new file called index.html.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Add a page title and a short paragraph introducing yourself.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Open it in your browser to check it displays correctly.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888736" y="1243584"/>
            <a:ext cx="2933395" cy="30495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C:\Users\a.abboud\AppData\Local\Temp\g9_week1_slides_v2\w1l4_activ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25312" y="1280160"/>
            <a:ext cx="2860243" cy="2793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25312" y="4119372"/>
            <a:ext cx="2860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568"/>
                </a:solidFill>
              </a:rPr>
              <a:t>Today's activity: the About Me Paragraph worksheet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4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Troubleshooting Common Errors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Forgot to save the file?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Wrong file extension?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Page not updating? Try a hard refresh (Ctrl+Shift+R).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Submit index.html to Toddle.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is this week's formal formative check.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2026-09-03T03:54:31Z</dcterms:created>
  <dcterms:modified xsi:type="dcterms:W3CDTF">2026-09-03T03:54:31Z</dcterms:modified>
</cp:coreProperties>
</file>