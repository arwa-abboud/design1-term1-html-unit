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07498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60120"/>
            <a:ext cx="9144000" cy="418338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960120"/>
            <a:ext cx="182880" cy="418338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</a:rPr>
              <a:t>DESIGN 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11480" y="196596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D4E8"/>
                </a:solidFill>
              </a:rPr>
              <a:t>Lesson 2: Platform &amp; Login Setup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</a:rPr>
              <a:t>Ms. Abboud   |   Grade 9 - Design 1   |   Term 1, Week 1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87481"/>
            <a:ext cx="9144000" cy="16560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Learning Objectives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WALT - We Are Learning 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successfully log into my laptop and every platform needed for Design 1.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set up an organized file-saving system for this term.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WILF - What I'm Looking For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am logged into my laptop and the school network.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am logged into Toddle and can see the Design 1 class.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My code editor is installed and working.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My Hello World file is saved and opens correctly in a browser.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Code Editor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program used to write and save code (like VS Code or Notepad). It doesn't add hidden formatting the way a word processor does.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0916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3717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File Extension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3717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letters after the dot in a filename (like .html) that tell the computer what kind of file it is.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Frayer Model: Code Editor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DEFINITION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11480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A program used to write and save code (for example VS Code or Notepad), different from a word processor because it doesn't add hidden formatting.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45152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CHARACTERISTICS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82312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Highlights code by color. Shows line numbers. No hidden formatting.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E28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EXAMPLES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11480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VS Code. Notepad. Sublime Text.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645152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NON-EXAMPLES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782312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Microsoft Word. A web browser.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794760" y="2727198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0E28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794760" y="272719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CODE EDITOR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National Identity Integration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205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2052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1865376"/>
            <a:ext cx="8321040" cy="25008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UAE Digital Transformation and Future Skills: as you learn to build for the web this term, you're practicing exactly the kind of digital skill the UAE is investing in as it builds a future economy powered by technology and innovation.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STARTER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Hook - Engage &amp; Ask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Quick show of hands: who has written any HTML or code before?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Let's see where the room is at.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1 / 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274320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Getting Connected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Log into your laptop and check the school network.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Log into Toddle and confirm you can see the Design 1 class.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888736" y="1243584"/>
            <a:ext cx="2933395" cy="30495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2" descr="C:\Users\a.abboud\AppData\Local\Temp\g9_week1_slides_v3\w1l2_activ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25312" y="1280160"/>
            <a:ext cx="2860243" cy="27934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25312" y="4119372"/>
            <a:ext cx="28602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568"/>
                </a:solidFill>
              </a:rPr>
              <a:t>Today's activity: the Platform Setup Checklist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2 / 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Setting Up Your Tools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Locate and verify your code editor (VS Code or Notepad).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Set up a class folder on your desktop or OneDrive, for example Design1-HTML.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File naming rules: no spaces, all lowercase, correct .html extension.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3 / 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Hello World Test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Create a file called index.html with a title and the text "Hello, World!"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Save it in your folder, then open it in a browser to check it works.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CLOSURE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Transition &amp; Extend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Submit your Hello World screenshot or file link on Toddle.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becomes your entry ticket for Lesson 3.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1 - Lesson Plan</dc:title>
  <dc:subject>PptxGenJS Presentation</dc:subject>
  <dc:creator>Emirates National Schools</dc:creator>
  <cp:lastModifiedBy>Emirates National Schools</cp:lastModifiedBy>
  <cp:revision>1</cp:revision>
  <dcterms:created xsi:type="dcterms:W3CDTF">2026-09-03T09:07:57Z</dcterms:created>
  <dcterms:modified xsi:type="dcterms:W3CDTF">2026-09-03T09:07:57Z</dcterms:modified>
</cp:coreProperties>
</file>