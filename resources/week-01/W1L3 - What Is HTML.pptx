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60120"/>
            <a:ext cx="9144000" cy="418338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960120"/>
            <a:ext cx="182880" cy="418338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</a:rPr>
              <a:t>DESIGN 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11480" y="196596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D4E8"/>
                </a:solidFill>
              </a:rPr>
              <a:t>Lesson 3: What Is HTML? Exploring the Web Around Us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</a:rPr>
              <a:t>Ms. Abboud   |   Grade 9 - Design 1   |   Term 1, Week 1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Learning Objectives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WALT - We Are Learning 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explain the purpose of HTML.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identify the key components of a webpage.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WILF - What I'm Looking For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can define HTML in my own words.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can identify at least 3 webpage components on a real site.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can explain why HTML matters for communicating with an audience.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HTML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code language used to structure content on a webpage. The skeleton every browser reads to build what you see.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0916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3717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Browser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3717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program (Chrome, Safari, Edge) that reads HTML files and displays them as a webpage.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74320" y="232257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232257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02336" y="238658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Tag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2336" y="265176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keyword in angle brackets, like &lt;p&gt; or &lt;h1&gt;, that tells the browser what a piece of content is.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709160" y="232257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709160" y="232257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37176" y="238658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Element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837176" y="265176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complete piece of HTML: an opening tag, its content, and its closing tag together.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74320" y="314553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74320" y="314553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02336" y="320954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Attribute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402336" y="347472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Extra information inside an opening tag that gives more detail, like the href in a link.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709160" y="314553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09160" y="314553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837176" y="320954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Website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4837176" y="347472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collection of connected webpages, reachable from one starting address.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Webpage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single page of content on the web, written in HTML.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Frayer Model: HTML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DEFINITION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11480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The code language used to structure content on a webpage, the skeleton every browser reads to build what you see.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45152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CHARACTERISTICS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82312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Uses tags in angle brackets. Structures content, doesn't style it. Read by browsers.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E28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EXAMPLES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11480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&lt;p&gt;Hello&lt;/p&gt;. A full webpage's source code.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645152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NON-EXAMPLES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782312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A Word document. A plain .txt file with no tags.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794760" y="2727198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0E28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794760" y="272719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HTML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National Identity Integration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205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2052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1865376"/>
            <a:ext cx="8321040" cy="25008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UAE Digital Transformation and Future Skills: as you learn to build for the web this term, you're practicing exactly the kind of digital skill the UAE is investing in as it builds a future economy powered by technology and innovation.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STARTER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Hook - Engage &amp; Ask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Look at two real websites, one well designed, one cluttered and confusing.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Turn and talk: what makes one easier to use than the other?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1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What Is HTML?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HTML (HyperText Markup Language) is the structural skeleton of every webpage.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Browsers read HTML and render it visually for us to see.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2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Live Demo: View Page Source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Right click any website and choose View Page Source or Inspect.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See the HTML underneath what you normally see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3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274320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Analyzing a Website, 3 Times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Read 1: What is this website about?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Read 2: Find the header, navigation, main content, and footer.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Read 3: Why is it organized this way for its audience?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888736" y="1243584"/>
            <a:ext cx="2933395" cy="30495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2" descr="C:\Users\a.abboud\AppData\Local\Temp\g9_week1_slides_v2\w1l3_activ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25312" y="1280160"/>
            <a:ext cx="2860243" cy="27934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25312" y="4119372"/>
            <a:ext cx="28602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568"/>
                </a:solidFill>
              </a:rPr>
              <a:t>Today's activity: the Website Anatomy Worksheet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4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Connecting to Our Big Question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How can websites be used to solve communication problems and meet user needs?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CLOSURE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Transition &amp; Extend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One sentence: explain the role of HTML in web development.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1 - Lesson Plan</dc:title>
  <dc:subject>PptxGenJS Presentation</dc:subject>
  <dc:creator>Emirates National Schools</dc:creator>
  <cp:lastModifiedBy>Emirates National Schools</cp:lastModifiedBy>
  <cp:revision>1</cp:revision>
  <dcterms:created xsi:type="dcterms:W3CDTF">2026-09-03T03:54:30Z</dcterms:created>
  <dcterms:modified xsi:type="dcterms:W3CDTF">2026-09-03T03:54:30Z</dcterms:modified>
</cp:coreProperties>
</file>