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Shape 1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6" name="Text 2"/>
          <p:cNvSpPr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1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8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1: Ordered vs. Unordered Lists</a:t>
            </a:r>
            <a:endParaRPr lang="en-US" sz="2100" dirty="0"/>
          </a:p>
        </p:txBody>
      </p:sp>
      <p:sp>
        <p:nvSpPr>
          <p:cNvPr id="8" name="Shape 4"/>
          <p:cNvSpPr/>
          <p:nvPr/>
        </p:nvSpPr>
        <p:spPr>
          <a:xfrm>
            <a:off x="411480" y="2606040"/>
            <a:ext cx="8321040" cy="0"/>
          </a:xfrm>
          <a:prstGeom prst="line">
            <a:avLst/>
          </a:prstGeom>
          <a:noFill/>
          <a:ln w="12700">
            <a:solidFill>
              <a:srgbClr val="0F9ED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Abboud   •   Grade 9 - Design 1   •   Term 1, Week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7" name="Shape 3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 - We Are Learning To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38912" y="1892808"/>
            <a:ext cx="383133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difference between ordered and unordered lists.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when to use each list type on a real page.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12" name="Text 8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WILF - What I'm Looking For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73752" y="1892808"/>
            <a:ext cx="383133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explain the difference between &lt;ul&gt; and &lt;ol&gt;.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give a correct real-world example of each.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Vocabulary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74320" y="1499616"/>
            <a:ext cx="4160520" cy="91440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7" name="Shape 3"/>
          <p:cNvSpPr/>
          <p:nvPr/>
        </p:nvSpPr>
        <p:spPr>
          <a:xfrm>
            <a:off x="274320" y="1499616"/>
            <a:ext cx="64008" cy="9144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4"/>
          <p:cNvSpPr/>
          <p:nvPr/>
        </p:nvSpPr>
        <p:spPr>
          <a:xfrm>
            <a:off x="420624" y="15727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List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20624" y="186537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numbered list (&lt;ol&gt;), used when the sequence of items matters (e.g. steps in a process).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709160" y="1499616"/>
            <a:ext cx="4160520" cy="91440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4709160" y="1499616"/>
            <a:ext cx="64008" cy="9144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2" name="Text 8"/>
          <p:cNvSpPr/>
          <p:nvPr/>
        </p:nvSpPr>
        <p:spPr>
          <a:xfrm>
            <a:off x="4855464" y="15727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Unordered List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55464" y="186537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bulleted list (&lt;ul&gt;), used when the order of items doesn't matter (e.g. a list of hobbies).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274320" y="2551176"/>
            <a:ext cx="4160520" cy="91440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274320" y="2551176"/>
            <a:ext cx="64008" cy="9144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6" name="Text 12"/>
          <p:cNvSpPr/>
          <p:nvPr/>
        </p:nvSpPr>
        <p:spPr>
          <a:xfrm>
            <a:off x="420624" y="26243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Item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20624" y="291693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&lt;li&gt; tag - each individual entry inside an ordered or unordered list.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Frayer Model: Ordered List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7" name="Shape 3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20624" y="1837944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numbered list (&lt;ol&gt;), used when the sequence of items matters.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12" name="Text 8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CHARACTERISTICS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automatically; items must stay in a specific order; changing the order changes the meaning.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6" name="Text 12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20624" y="3419856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&lt;ol&gt;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&lt;li&gt;Step 1&lt;/li&gt;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&lt;li&gt;Step 2&lt;/li&gt;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&lt;/ol&gt;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9" name="Shape 15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0" name="Text 16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NON-EXAMPLES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 of favorite colors - order doesn't matter, so &lt;ul&gt; fits better.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3886200" y="2779776"/>
            <a:ext cx="1371600" cy="402336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23" name="Text 19"/>
          <p:cNvSpPr/>
          <p:nvPr/>
        </p:nvSpPr>
        <p:spPr>
          <a:xfrm>
            <a:off x="3886200" y="277977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LIST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Identity Integration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/>
        </p:spPr>
      </p:sp>
      <p:sp>
        <p:nvSpPr>
          <p:cNvPr id="7" name="Shape 3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4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5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10" name="Shape 6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/>
        </p:spPr>
      </p:sp>
      <p:sp>
        <p:nvSpPr>
          <p:cNvPr id="12" name="Text 8"/>
          <p:cNvSpPr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 Heritage and Culture: ordered lists can present Emirati traditions or historical events in the sequence they happened - helping readers follow a story or process, like the steps of a traditional ritual.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• Engage &amp; Ask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5 - 10 minutes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0" name="Text 6"/>
          <p:cNvSpPr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 vs. Shopping List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a recipe's numbered steps and a shopping list, side by side.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different about how these two are organized?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CORE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Release of Responsibility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30 - 40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Text 7"/>
          <p:cNvSpPr/>
          <p:nvPr/>
        </p:nvSpPr>
        <p:spPr>
          <a:xfrm>
            <a:off x="2880360" y="1280160"/>
            <a:ext cx="5760720" cy="872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Do: Teacher Demo</a:t>
            </a:r>
            <a:endParaRPr lang="en-US" sz="13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&lt;ul&gt; = unordered/bulleted (order doesn't matter); &lt;ol&gt; = ordered/numbered (sequence matters).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880360" y="2225802"/>
            <a:ext cx="5760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one of each list type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880360" y="2518410"/>
            <a:ext cx="5760720" cy="1916430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14" name="Text 10"/>
          <p:cNvSpPr/>
          <p:nvPr/>
        </p:nvSpPr>
        <p:spPr>
          <a:xfrm>
            <a:off x="2990088" y="2609850"/>
            <a:ext cx="5541264" cy="17335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&lt;h2&gt;My Hobbies&lt;/h2&gt;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&lt;li&gt;Reading&lt;/li&gt;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&lt;li&gt;Coding&lt;/li&gt;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&lt;h2&gt;My Steps&lt;/h2&gt;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&lt;li&gt;Plan&lt;/li&gt;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&lt;li&gt;Build&lt;/li&gt;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&lt;/ol&gt;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CORE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Release of Responsibility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30 - 40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Text 7"/>
          <p:cNvSpPr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Do: When Would a Website Use Each?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 menu = unordered (the order of links doesn't usually matter).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instructions = ordered (sequence matters).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notes: record both syntaxes side by side.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CORE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Release of Responsibility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30 - 40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Text 7"/>
          <p:cNvSpPr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Do: Real-World Lists</a:t>
            </a:r>
            <a:endParaRPr lang="en-US" sz="15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3 real-world examples from your own life for each list type - write them on the worksheet.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Activity: Real-World Lists - Ordered or Unordered?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C"/>
            </a:solidFill>
            <a:prstDash val="solid"/>
          </a:ln>
        </p:spPr>
      </p:sp>
      <p:pic>
        <p:nvPicPr>
          <p:cNvPr id="14" name="Image 2" descr="C:\Users\a.abboud\Desktop\html unit\resources\week-04\scratch\assets\W4L1 - Real-World Lists - Ordered or Unordered_cropp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202" y="1792224"/>
            <a:ext cx="1888884" cy="23682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&amp; Extend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5 - 10 minutes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0" name="Text 6"/>
          <p:cNvSpPr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a website's main navigation menu be an ordered or unordered list - and why?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2026-09-15T06:38:32Z</dcterms:created>
  <dcterms:modified xsi:type="dcterms:W3CDTF">2026-09-15T06:38:32Z</dcterms:modified>
</cp:coreProperties>
</file>