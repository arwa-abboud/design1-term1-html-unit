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7952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5" name="Shape 1"/>
          <p:cNvSpPr/>
          <p:nvPr/>
        </p:nvSpPr>
        <p:spPr>
          <a:xfrm>
            <a:off x="0" y="960120"/>
            <a:ext cx="182880" cy="4187952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6" name="Text 2"/>
          <p:cNvSpPr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1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411480" y="19659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A8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2: Guided Practice: Building Lists</a:t>
            </a:r>
            <a:endParaRPr lang="en-US" sz="2100" dirty="0"/>
          </a:p>
        </p:txBody>
      </p:sp>
      <p:sp>
        <p:nvSpPr>
          <p:cNvPr id="8" name="Shape 4"/>
          <p:cNvSpPr/>
          <p:nvPr/>
        </p:nvSpPr>
        <p:spPr>
          <a:xfrm>
            <a:off x="411480" y="2606040"/>
            <a:ext cx="8321040" cy="0"/>
          </a:xfrm>
          <a:prstGeom prst="line">
            <a:avLst/>
          </a:prstGeom>
          <a:noFill/>
          <a:ln w="12700">
            <a:solidFill>
              <a:srgbClr val="0F9ED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Abboud   •   Grade 9 - Design 1   •   Term 1, Week 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274320" y="1453896"/>
            <a:ext cx="4160520" cy="3044952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7" name="Shape 3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8" name="Text 4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WALT - We Are Learning To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38912" y="1892808"/>
            <a:ext cx="3831336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correctly nested ordered and unordered lists, with support.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and fix common list syntax errors.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709160" y="1453896"/>
            <a:ext cx="4160520" cy="3044952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Shape 7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12" name="Text 8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WILF - What I'm Looking For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73752" y="1892808"/>
            <a:ext cx="3831336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list types render correctly with no errors.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nested list (if attempted) is structured correctly.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Vocabulary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274320" y="1499616"/>
            <a:ext cx="4160520" cy="91440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7" name="Shape 3"/>
          <p:cNvSpPr/>
          <p:nvPr/>
        </p:nvSpPr>
        <p:spPr>
          <a:xfrm>
            <a:off x="274320" y="1499616"/>
            <a:ext cx="64008" cy="9144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8" name="Text 4"/>
          <p:cNvSpPr/>
          <p:nvPr/>
        </p:nvSpPr>
        <p:spPr>
          <a:xfrm>
            <a:off x="420624" y="15727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Nested List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20624" y="186537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list placed inside a list item of another list - used to show sub-groups within a bigger category.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Frayer Model: Nested List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274320" y="1453896"/>
            <a:ext cx="4242816" cy="147218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7" name="Shape 3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8" name="Text 4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20624" y="1837944"/>
            <a:ext cx="3950208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list placed inside a list item of another list, used to show sub-groups within a bigger category.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626864" y="1453896"/>
            <a:ext cx="4242816" cy="147218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Shape 7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12" name="Text 8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CHARACTERISTICS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773168" y="1837944"/>
            <a:ext cx="3950208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inner &lt;ul&gt;/&lt;ol&gt; sits inside an &lt;li&gt; of the outer list; inner tags close before the outer &lt;li&gt; closes.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274320" y="3035808"/>
            <a:ext cx="4242816" cy="147218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5" name="Shape 11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6" name="Text 12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20624" y="3419856"/>
            <a:ext cx="3950208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&lt;ul&gt;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&lt;li&gt;Web Design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&lt;ul&gt;&lt;li&gt;HTML&lt;/li&gt;&lt;/ul&gt;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&lt;/li&gt;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&lt;/ul&gt;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626864" y="3035808"/>
            <a:ext cx="4242816" cy="147218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9" name="Shape 15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0" name="Text 16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NON-EXAMPLES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773168" y="3419856"/>
            <a:ext cx="3950208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separate &lt;ul&gt; lists placed one after another - not nested, just two lists.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3931920" y="2779776"/>
            <a:ext cx="1280160" cy="402336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23" name="Text 19"/>
          <p:cNvSpPr/>
          <p:nvPr/>
        </p:nvSpPr>
        <p:spPr>
          <a:xfrm>
            <a:off x="3931920" y="2779776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NESTED LIST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Identity Integration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/>
        </p:spPr>
      </p:sp>
      <p:sp>
        <p:nvSpPr>
          <p:cNvPr id="7" name="Shape 3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4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Shape 5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/>
        </p:spPr>
      </p:sp>
      <p:sp>
        <p:nvSpPr>
          <p:cNvPr id="10" name="Shape 6"/>
          <p:cNvSpPr/>
          <p:nvPr/>
        </p:nvSpPr>
        <p:spPr>
          <a:xfrm>
            <a:off x="274320" y="1773936"/>
            <a:ext cx="8595360" cy="270662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Shape 7"/>
          <p:cNvSpPr/>
          <p:nvPr/>
        </p:nvSpPr>
        <p:spPr>
          <a:xfrm>
            <a:off x="274320" y="1773936"/>
            <a:ext cx="64008" cy="2706624"/>
          </a:xfrm>
          <a:prstGeom prst="rect">
            <a:avLst/>
          </a:prstGeom>
          <a:solidFill>
            <a:srgbClr val="BE0028"/>
          </a:solidFill>
          <a:ln/>
        </p:spPr>
      </p:sp>
      <p:sp>
        <p:nvSpPr>
          <p:cNvPr id="12" name="Text 8"/>
          <p:cNvSpPr/>
          <p:nvPr/>
        </p:nvSpPr>
        <p:spPr>
          <a:xfrm>
            <a:off x="502920" y="1920240"/>
            <a:ext cx="8321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UAE Heritage and Culture: organizing cultural information clearly - like types of Emirati dishes grouped by category - often calls for nested lists, with main categories and sub-items underneath.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• Engage &amp; Ask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5 - 10 minutes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0" name="Text 6"/>
          <p:cNvSpPr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It: Spot the Error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list is missing a closing &lt;/li&gt; tag - can you spot where?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and talk: what would happen if we left it broken?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CORE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Release of Responsibility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30 - 40 minutes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3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Text 7"/>
          <p:cNvSpPr/>
          <p:nvPr/>
        </p:nvSpPr>
        <p:spPr>
          <a:xfrm>
            <a:off x="2880360" y="1280160"/>
            <a:ext cx="5760720" cy="10458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Do: Teacher Demo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Watch: build an unordered list, then convert it to ordered - see how little changes.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Then: nest a list inside a list item, for sub-groups.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2880360" y="2399157"/>
            <a:ext cx="5760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a nested list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880360" y="2691765"/>
            <a:ext cx="5760720" cy="1743075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14" name="Text 10"/>
          <p:cNvSpPr/>
          <p:nvPr/>
        </p:nvSpPr>
        <p:spPr>
          <a:xfrm>
            <a:off x="2990088" y="2783205"/>
            <a:ext cx="5541264" cy="15601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&lt;li&gt;Web Design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&lt;ul&gt;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&lt;li&gt;HTML&lt;/li&gt;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&lt;li&gt;CSS (coming later)&lt;/li&gt;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&lt;/ul&gt;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&lt;/li&gt;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&lt;li&gt;Programming&lt;/li&gt;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&lt;/ul&gt;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CORE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Release of Responsibility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30 - 40 minutes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3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Text 7"/>
          <p:cNvSpPr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5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Do: Build Together, Checkpoint by Checkpoint</a:t>
            </a:r>
            <a:endParaRPr lang="en-US" sz="1700" dirty="0"/>
          </a:p>
          <a:p>
            <a:pPr indent="0" marL="0">
              <a:lnSpc>
                <a:spcPts val="2500"/>
              </a:lnSpc>
              <a:spcAft>
                <a:spcPts val="8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1: build an unordered list with 3+ items.</a:t>
            </a:r>
            <a:endParaRPr lang="en-US" sz="1700" dirty="0"/>
          </a:p>
          <a:p>
            <a:pPr indent="0" marL="0">
              <a:lnSpc>
                <a:spcPts val="2500"/>
              </a:lnSpc>
              <a:spcAft>
                <a:spcPts val="8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2: build an ordered list with 3+ items.</a:t>
            </a:r>
            <a:endParaRPr lang="en-US" sz="1700" dirty="0"/>
          </a:p>
          <a:p>
            <a:pPr indent="0" marL="0">
              <a:lnSpc>
                <a:spcPts val="2500"/>
              </a:lnSpc>
              <a:spcAft>
                <a:spcPts val="8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error check: unclosed &lt;li&gt; tags, items placed outside the &lt;ul&gt;/&lt;ol&gt;.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CORE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Release of Responsibility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30 - 40 minutes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Text 7"/>
          <p:cNvSpPr/>
          <p:nvPr/>
        </p:nvSpPr>
        <p:spPr>
          <a:xfrm>
            <a:off x="2880360" y="1280160"/>
            <a:ext cx="3163824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●"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Do: Build &amp; Nest</a:t>
            </a:r>
            <a:endParaRPr lang="en-US" sz="1500" dirty="0"/>
          </a:p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both list types on your site, then attempt one nested list - use the Checkpoint Sheet to track your progress.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36208" y="1280160"/>
            <a:ext cx="240487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Activity: Building Lists, Checkpoint Sheet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236208" y="1700784"/>
            <a:ext cx="2404872" cy="2551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C"/>
            </a:solidFill>
            <a:prstDash val="solid"/>
          </a:ln>
        </p:spPr>
      </p:sp>
      <p:pic>
        <p:nvPicPr>
          <p:cNvPr id="14" name="Image 2" descr="C:\Users\a.abboud\Desktop\html unit\resources\week-04\scratch\assets\W4L2 - Building Lists - Checkpoint Sheet_cropp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870210"/>
            <a:ext cx="2221992" cy="22123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CLOSURE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&amp; Extend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5 - 10 minutes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0" name="Text 6"/>
          <p:cNvSpPr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a screenshot of your rendered lists for a quick teacher check.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2026-09-15T06:38:32Z</dcterms:created>
  <dcterms:modified xsi:type="dcterms:W3CDTF">2026-09-15T06:38:32Z</dcterms:modified>
</cp:coreProperties>
</file>