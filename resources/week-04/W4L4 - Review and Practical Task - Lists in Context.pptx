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Review &amp; Practical Task: Lists in Context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correct, independent use of ordered and unordered lists.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information clearly for a real practical task.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create lists correctly.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select appropriate list types.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present information clearly.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List Item (Review)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&lt;li&gt; tag - each individual entry inside an ordered or unordered list.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placed inside a &lt;ul&gt; or &lt;ol&gt;; must be properly opened and closed; can itself contain a nested list.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&lt;li&gt;Coding&lt;/li&gt;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&lt;p&gt; placed directly inside a &lt;ul&gt;, with no &lt;li&gt; wrapper - invalid structure.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ITEM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Heritage and Culture: today's practical task organizes real UAE cultural content, just like real Emirati businesses and government sites present traditions and information clearly for every visitor.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Review Game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Quick-fire: flash &lt;ul&gt;, &lt;ol&gt;, &lt;li&gt; on the screen - students say what each one does.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Peer Review &amp; Task Intro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check each other's lists against the success criteria: correct type, correct syntax, clear content.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today's practical task - and preview next week: today's lists are about to become a real navigation menu.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Lists in Context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practical list-organizing task and submit it for this week's formative check.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Lists in Context, Practical Task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4\scratch\assets\W4L4 - Lists in Context - Practical Task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48" y="1792224"/>
            <a:ext cx="1767792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website (real or your own) that uses lists well, and why they work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2026-09-15T06:38:32Z</dcterms:created>
  <dcterms:modified xsi:type="dcterms:W3CDTF">2026-09-15T06:38:32Z</dcterms:modified>
</cp:coreProperties>
</file>