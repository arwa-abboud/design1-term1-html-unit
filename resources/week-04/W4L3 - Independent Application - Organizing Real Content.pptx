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7952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5" name="Shape 1"/>
          <p:cNvSpPr/>
          <p:nvPr/>
        </p:nvSpPr>
        <p:spPr>
          <a:xfrm>
            <a:off x="0" y="960120"/>
            <a:ext cx="182880" cy="4187952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6" name="Text 2"/>
          <p:cNvSpPr/>
          <p:nvPr/>
        </p:nvSpPr>
        <p:spPr>
          <a:xfrm>
            <a:off x="411480" y="118872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1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411480" y="19659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A8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3: Independent Application: Organizing Real Content</a:t>
            </a:r>
            <a:endParaRPr lang="en-US" sz="2100" dirty="0"/>
          </a:p>
        </p:txBody>
      </p:sp>
      <p:sp>
        <p:nvSpPr>
          <p:cNvPr id="8" name="Shape 4"/>
          <p:cNvSpPr/>
          <p:nvPr/>
        </p:nvSpPr>
        <p:spPr>
          <a:xfrm>
            <a:off x="411480" y="2606040"/>
            <a:ext cx="8321040" cy="0"/>
          </a:xfrm>
          <a:prstGeom prst="line">
            <a:avLst/>
          </a:prstGeom>
          <a:noFill/>
          <a:ln w="12700">
            <a:solidFill>
              <a:srgbClr val="0F9ED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11480" y="27432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Abboud   •   Grade 9 - Design 1   •   Term 1, Week 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274320" y="1453896"/>
            <a:ext cx="4160520" cy="3044952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7" name="Shape 3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8" name="Text 4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WALT - We Are Learning To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38912" y="1892808"/>
            <a:ext cx="3831336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Independently choose and build the appropriate list type for real content.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a paragraph with a properly structured list.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709160" y="1453896"/>
            <a:ext cx="4160520" cy="3044952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Shape 7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12" name="Text 8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WILF - What I'm Looking For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73752" y="1892808"/>
            <a:ext cx="3831336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list type choice matches the content.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content is clearer as a list than it was as a paragraph.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Frayer Model: Unordered List (Review)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274320" y="1453896"/>
            <a:ext cx="4242816" cy="147218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7" name="Shape 3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8" name="Text 4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20624" y="1837944"/>
            <a:ext cx="3950208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bulleted list (&lt;ul&gt;), used when the order of items doesn't matter.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626864" y="1453896"/>
            <a:ext cx="4242816" cy="147218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Shape 7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12" name="Text 8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CHARACTERISTICS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773168" y="1837944"/>
            <a:ext cx="3950208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shown with bullets, not numbers; reordering the items doesn't change the meaning.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274320" y="3035808"/>
            <a:ext cx="4242816" cy="147218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5" name="Shape 11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6" name="Text 12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20624" y="3419856"/>
            <a:ext cx="3950208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&lt;ul&gt;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&lt;li&gt;Reading&lt;/li&gt;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&lt;li&gt;Coding&lt;/li&gt;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&lt;/ul&gt;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626864" y="3035808"/>
            <a:ext cx="4242816" cy="147218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9" name="Shape 15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0" name="Text 16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NON-EXAMPLES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773168" y="3419856"/>
            <a:ext cx="3950208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numbered list of steps in a recipe - order matters, so &lt;ol&gt; fits better.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3794760" y="2779776"/>
            <a:ext cx="1554480" cy="402336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23" name="Text 19"/>
          <p:cNvSpPr/>
          <p:nvPr/>
        </p:nvSpPr>
        <p:spPr>
          <a:xfrm>
            <a:off x="3794760" y="277977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UNORDERED LIST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Identity Integration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0" y="1453896"/>
            <a:ext cx="9144000" cy="59436"/>
          </a:xfrm>
          <a:prstGeom prst="rect">
            <a:avLst/>
          </a:prstGeom>
          <a:solidFill>
            <a:srgbClr val="BE0028"/>
          </a:solidFill>
          <a:ln/>
        </p:spPr>
      </p:sp>
      <p:sp>
        <p:nvSpPr>
          <p:cNvPr id="7" name="Shape 3"/>
          <p:cNvSpPr/>
          <p:nvPr/>
        </p:nvSpPr>
        <p:spPr>
          <a:xfrm>
            <a:off x="0" y="1513332"/>
            <a:ext cx="9144000" cy="594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4"/>
          <p:cNvSpPr/>
          <p:nvPr/>
        </p:nvSpPr>
        <p:spPr>
          <a:xfrm>
            <a:off x="0" y="1572768"/>
            <a:ext cx="9144000" cy="5943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Shape 5"/>
          <p:cNvSpPr/>
          <p:nvPr/>
        </p:nvSpPr>
        <p:spPr>
          <a:xfrm>
            <a:off x="0" y="1632204"/>
            <a:ext cx="9144000" cy="59436"/>
          </a:xfrm>
          <a:prstGeom prst="rect">
            <a:avLst/>
          </a:prstGeom>
          <a:solidFill>
            <a:srgbClr val="00843D"/>
          </a:solidFill>
          <a:ln/>
        </p:spPr>
      </p:sp>
      <p:sp>
        <p:nvSpPr>
          <p:cNvPr id="10" name="Shape 6"/>
          <p:cNvSpPr/>
          <p:nvPr/>
        </p:nvSpPr>
        <p:spPr>
          <a:xfrm>
            <a:off x="274320" y="1773936"/>
            <a:ext cx="8595360" cy="270662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Shape 7"/>
          <p:cNvSpPr/>
          <p:nvPr/>
        </p:nvSpPr>
        <p:spPr>
          <a:xfrm>
            <a:off x="274320" y="1773936"/>
            <a:ext cx="64008" cy="2706624"/>
          </a:xfrm>
          <a:prstGeom prst="rect">
            <a:avLst/>
          </a:prstGeom>
          <a:solidFill>
            <a:srgbClr val="BE0028"/>
          </a:solidFill>
          <a:ln/>
        </p:spPr>
      </p:sp>
      <p:sp>
        <p:nvSpPr>
          <p:cNvPr id="12" name="Text 8"/>
          <p:cNvSpPr/>
          <p:nvPr/>
        </p:nvSpPr>
        <p:spPr>
          <a:xfrm>
            <a:off x="502920" y="1920240"/>
            <a:ext cx="8321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UAE Heritage and Culture: presenting real cultural or heritage content, like a list of UAE landmarks or Emirati values, clearly and with the right list type is part of communicating national identity effectively online.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• Engage &amp; Ask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5 - 10 minutes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0" name="Text 6"/>
          <p:cNvSpPr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Could Become a List?</a:t>
            </a:r>
            <a:endParaRPr lang="en-US" sz="18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content on your own website could be turned into a list instead of a paragraph?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CORE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Release of Responsibility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30 - 40 minutes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2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Text 7"/>
          <p:cNvSpPr/>
          <p:nvPr/>
        </p:nvSpPr>
        <p:spPr>
          <a:xfrm>
            <a:off x="2880360" y="1280160"/>
            <a:ext cx="5760720" cy="15659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●"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Do: Today's Challenge</a:t>
            </a:r>
            <a:endParaRPr lang="en-US" sz="1500" dirty="0"/>
          </a:p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at least 2 places on your site where a list would organize content better than a paragraph.</a:t>
            </a:r>
            <a:endParaRPr lang="en-US" sz="1500" dirty="0"/>
          </a:p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list type that matches - ordered if sequence matters, unordered if it doesn't.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2880360" y="2919222"/>
            <a:ext cx="5760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turning a paragraph into a list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880360" y="3211830"/>
            <a:ext cx="5760720" cy="1223010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14" name="Text 10"/>
          <p:cNvSpPr/>
          <p:nvPr/>
        </p:nvSpPr>
        <p:spPr>
          <a:xfrm>
            <a:off x="2990088" y="3303270"/>
            <a:ext cx="5541264" cy="10401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&lt;h2&gt;My Skills&lt;/h2&gt;</a:t>
            </a:r>
            <a:endParaRPr lang="en-US" sz="1050" dirty="0"/>
          </a:p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</a:t>
            </a:r>
            <a:endParaRPr lang="en-US" sz="1050" dirty="0"/>
          </a:p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&lt;li&gt;HTML&lt;/li&gt;</a:t>
            </a:r>
            <a:endParaRPr lang="en-US" sz="1050" dirty="0"/>
          </a:p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&lt;li&gt;Problem Solving&lt;/li&gt;</a:t>
            </a:r>
            <a:endParaRPr lang="en-US" sz="1050" dirty="0"/>
          </a:p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&lt;li&gt;Teamwork&lt;/li&gt;</a:t>
            </a:r>
            <a:endParaRPr lang="en-US" sz="1050" dirty="0"/>
          </a:p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&lt;/ul&gt;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CORE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Release of Responsibility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30 - 40 minutes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Text 7"/>
          <p:cNvSpPr/>
          <p:nvPr/>
        </p:nvSpPr>
        <p:spPr>
          <a:xfrm>
            <a:off x="2880360" y="1280160"/>
            <a:ext cx="3163824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●"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Do: Plan &amp; Build</a:t>
            </a:r>
            <a:endParaRPr lang="en-US" sz="1500" dirty="0"/>
          </a:p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at least one paragraph with a properly chosen, correctly built list.</a:t>
            </a:r>
            <a:endParaRPr lang="en-US" sz="1500" dirty="0"/>
          </a:p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Stretch: build a simple navigation-style unordered list styled as a menu.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36208" y="1280160"/>
            <a:ext cx="240487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Activity: Organizing Real Content, Planning Sheet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236208" y="1700784"/>
            <a:ext cx="2404872" cy="2551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C"/>
            </a:solidFill>
            <a:prstDash val="solid"/>
          </a:ln>
        </p:spPr>
      </p:sp>
      <p:pic>
        <p:nvPicPr>
          <p:cNvPr id="14" name="Image 2" descr="C:\Users\a.abboud\Desktop\html unit\resources\week-04\scratch\assets\W4L3 - Organizing Real Content - Planning Sheet_cropp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147" y="1792224"/>
            <a:ext cx="1692993" cy="23682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CLOSURE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&amp; Extend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5 - 10 minutes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0" name="Text 6"/>
          <p:cNvSpPr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Circulation</a:t>
            </a:r>
            <a:endParaRPr lang="en-US" sz="18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formal exit ticket today - teacher circulates for 1:1 feedback on list-type choices.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2026-09-15T06:38:32Z</dcterms:created>
  <dcterms:modified xsi:type="dcterms:W3CDTF">2026-09-15T06:38:32Z</dcterms:modified>
</cp:coreProperties>
</file>