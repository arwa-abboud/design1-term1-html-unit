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3: Independent Application: Visual Storytelling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Independently select images that support my site's content.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Keep the images/ folder organized.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New image choice is clearly relevant to its section.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Image folder stays organized (no stray files outside images/).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Image Tag (img) (Review)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self-closing &lt;img&gt; tag used to embed a picture in a webpage.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Self-closing; needs src and alt; no closing tag.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&lt;img src="photo.jpg" alt="My photo"&gt;.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&lt;a&gt;; &lt;p&gt; (these need closing tags).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34740" y="2779776"/>
            <a:ext cx="1874519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4740" y="2779776"/>
            <a:ext cx="1874519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IMAGE TAG (IMG)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Landmarks and Tourism: choosing images that genuinely represent a place or topic, not just decoration, the way a tourism site chooses photos that tell a real 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Where Would an Image Help?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Where on your site would an image actually help communicate something, not just decorate the page?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947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Today's Challenge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Identify 1-2 more spots where an image would genuinely support your content.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Stretch: wrap an image inside a link (&lt;a&gt;&lt;img&gt;&lt;/a&gt;) so clicking it navigates somewhere.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73551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an image wrapped in a link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566159"/>
            <a:ext cx="5760720" cy="8686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639311"/>
            <a:ext cx="554126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&lt;a href="about.html"&gt;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&lt;img src="images/thumbnail.jpg" alt="Click to visit my About page" width="150"&gt;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&lt;/a&gt;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Add &amp; Organize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Source, insert, and describe your new image(s) with correct sizing and alt text.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Keep every image file inside images/ - nothing stray.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Visual Storytelling, Planning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6L3 - Visual Storytelling - Planning 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Teacher Circulation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No formal exit ticket today. Teacher circulates for 1:1 feedback on visual choices.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