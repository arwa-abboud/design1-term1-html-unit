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Independent Application: Images on Every Page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Add purposeful images to every page of the F1 website.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page of my F1 website has at least one image.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images are in the images folder and display correctly.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Image Tag (img)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self-closing &lt;img&gt; tag used to embed a picture in a webpage.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Self-closing; needs src and alt; no closing tag.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&lt;img src="images/pit-stop.jpg" alt="An F1 team practising a pit stop"&gt;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&lt;a&gt;; &lt;p&gt; (these need closing tags).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4740" y="2779776"/>
            <a:ext cx="1874519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4740" y="2779776"/>
            <a:ext cx="187451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IMAGE TAG (IMG)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Yas Marina Circuit on Yas Island hosts the Abu Dhabi Grand Prix and welcomes visitors from around the world. Good images on a website help people picture a place before they visit.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Which Pages Need a Picture?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Open your F1 website.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Which pages still have no picture?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Today's Challenge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Contact Us gets yas-marina-circuit.jpg; Vision and Mission gets pit-stop.jpg.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write the code and your own alt text. Stretch: an image that is also a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7355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Stretch: an image that links back to Home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566159"/>
            <a:ext cx="5760720" cy="8686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639311"/>
            <a:ext cx="55412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&lt;a href="index.html"&gt;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&lt;img src="images/f1-race-start.jpg" alt="Back to Home" width="150"&gt;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&lt;/a&gt;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Images on Every Page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Follow the Image Guide for Contact Us and Vision and Mission.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I'll be circulating to check image choices, sizes and your images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Images, Image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3 - F1 Images - Image Gu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Teacher Circulation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formal exit ticket today. Teacher circulates for 1:1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