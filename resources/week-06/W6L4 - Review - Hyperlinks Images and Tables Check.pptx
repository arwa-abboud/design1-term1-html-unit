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4: Review: Hyperlinks, Images &amp; Tables Check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Consolidate correct use of hyperlinks, navigation, and images together.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Submit evidence for the combined Week 5-6 formative.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Insert images successfully.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Apply image attributes correctly.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Improve webpage appearance.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Source (src)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attribute on an &lt;img&gt; tag that tells the browser where to find the image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attribute on &lt;img&gt;; holds the file path; required to show the image.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src="images/profile.jpg".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alt (describes the image); href (used for links).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SOURCE (SRC)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a page that combines working navigation with well-chosen, well-described images is exactly what a tourism or heritage site needs to do well.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Quick-Fire Vocabulary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href, src, alt, target - match each one to its job.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Peer Review Setup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Partners will check each other's site for working navigation AND correctly inserted images.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Whole-class troubleshooting of any recurring errors from either topic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Review, Fix, Submit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Peer review your partner's site against the checklist, then finalize your own corrections.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Submit final evidence for the combined Hyperlinks, Images &amp; Tables formative (10 pts).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Hyperlinks and Images, Final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4 - Hyperlinks and Images - Final 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thing about your site you're proud of so far, one week before the mid-term break.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