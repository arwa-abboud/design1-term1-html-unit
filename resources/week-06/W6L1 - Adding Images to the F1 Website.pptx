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Adding Images to the F1 Website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Insert an image using the &lt;img&gt; tag.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Write alt text that describes the image.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image shows on my F1 Home page.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alt text actually describes the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Image Tag (img)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self-closing &lt;img&gt; tag used to embed a picture in a webpage.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Source (src)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attribute that tells the browser where to find the image 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Alt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Words in the alt attribute that describe an image, for screen readers and if it fails to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Alt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alt attribute's description of an image, used by screen readers and shown if the image fails to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&lt;img&gt;; describes the image in words; read by screen readers.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alt="F1 cars racing at the start of the Abu Dhabi Grand Prix"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raw filename left as the description, e.g. "IMG_2024.jpg".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ALT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Yas Marina Circuit on Yas Island hosts the Abu Dhabi Grand Prix and welcomes visitors from around the world. Good images on a website help people picture a place before they visit.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What Do Images Add?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Compare your F1 Home page (no images) with a real sports website.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do images add to a website? Name 2 things.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1076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&lt;img&gt; Tag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&lt;img&gt; has no closing tag. src says where the file is; alt describes the picture.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Watch: the race-start image goes under the main heading of the Home page.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3357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one image on the Home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726179"/>
            <a:ext cx="5760720" cy="70865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799331"/>
            <a:ext cx="5541264" cy="598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&lt;img src="images/f1-race-start.jpg"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   alt="F1 cars racing at the start of the Abu Dhabi Grand Prix"&gt;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Set Up the images Folder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Together: make a folder called images inside your F1 website folder.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Copy the F1 Image Pack pictures into it.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Check: images sits next to index.html, not somewhere else.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Your First Image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f1-race-start.jpg to your Home page.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your own alt text, then check it in the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Images, Starter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1 - F1 Images - Starter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Why does an image need alt text even if it looks fine on screen?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