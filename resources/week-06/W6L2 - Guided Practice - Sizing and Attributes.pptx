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Guided Practice: Sizing &amp; Attributes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Control image size and placement using width and height.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Fix common broken-image errors, with teacher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images are a reasonable size for the page.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Both images have accurate alt text and working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File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route the browser follows to find a file, like images/profile.jpg - the folder name(s) plus the filename.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File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route the browser follows to find a file, like images/profile.jpg - the folder name(s) plus the filename.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route to a file; includes folder names and filename.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images/profile.jpg.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URL to a totally different website.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FILE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a tourism site's photos must load quickly and display correctly, sized appropriately for every visitor, on every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What's Wrong Here?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An image is showing way too large for the page.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What's wrong, and how would you fix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Width &amp; Height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Teacher models adding width and height to resize an oversized image.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Keep the same ratio in both, so the picture doesn't stretch or squash.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59359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sized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886200"/>
            <a:ext cx="5760720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959352"/>
            <a:ext cx="55412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&lt;img src="images/profile.jpg" alt="A photo of me smiling outdoors"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 width="300" height="300"&gt;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Checkpoints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1: resize the homepage image to a reasonable size.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2: add a second image elsewhere with correct attributes.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Common error check: broken paths - wrong folder, wrong extension, wrong capitals.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Resize &amp; Add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Resize your existing image, then add a second correctly-sized, correctly-described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Sizing Images, Checkpoint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2 - Sizing Images - Checkpoint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Screenshot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Does the page look intentional, not broken or oversized?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