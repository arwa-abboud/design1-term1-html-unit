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DESIGN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1: Adding Images: The &lt;img&gt; Tag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9 - Design 1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Insert images into a webpage correctly using the &lt;img&gt; tag.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Use src and alt attributes on every image.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can add an image using the correct src path.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I can write meaningful alt text for an image.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Image Tag (img)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self-closing &lt;img&gt; tag used to embed a picture in a webpage.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Source (src)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attribute on an &lt;img&gt; tag that tells the browser where to find the image file.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Alt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The alt attribute's description of an image, used by screen readers and shown if the image fails to load.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Alt 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alt attribute's description of an image, used by screen readers and shown if the image fails to load.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attribute on &lt;img&gt;; describes the image in words; read by screen readers.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alt="A photo of me smiling outdoors".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The raw filename left as the description, e.g. "IMG_2024.jpg".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ALT TEXT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Landmarks and Tourism: a well-chosen photo of a UAE landmark communicates instantly what pages of text would take much longer to say. Alt text makes sure that message reaches everyone.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Text Alone vs. Text + Image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Compare a plain-text page to the same page with a relevant image.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What does the image add that text alone doesn't?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1900"/>
              </a:lnSpc>
              <a:spcAft>
                <a:spcPts val="600"/>
              </a:spcAft>
              <a:buSzPct val="100000"/>
              <a:buChar char="●"/>
            </a:pPr>
            <a:r>
              <a:rPr sz="1400" b="1" i="0">
                <a:solidFill>
                  <a:srgbClr val="1A1A1A"/>
                </a:solidFill>
                <a:latin typeface="Arial"/>
              </a:rPr>
              <a:t>I Do: The &lt;img&gt; Tag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&lt;img&gt; is self-closing - there's no &lt;/img&gt;. It always needs src (where the file is).</a:t>
            </a:r>
          </a:p>
          <a:p>
            <a:pPr marL="0" indent="0">
              <a:lnSpc>
                <a:spcPts val="1900"/>
              </a:lnSpc>
              <a:spcAft>
                <a:spcPts val="600"/>
              </a:spcAft>
              <a:buNone/>
            </a:pPr>
            <a:r>
              <a:rPr sz="1400" b="0" i="0">
                <a:solidFill>
                  <a:srgbClr val="1A1A1A"/>
                </a:solidFill>
                <a:latin typeface="Arial"/>
              </a:rPr>
              <a:t>alt describes the image for screen readers, and shows if the image fails to load.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3593592"/>
            <a:ext cx="5760720" cy="2377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100" b="0" i="1">
                <a:solidFill>
                  <a:srgbClr val="6B7785"/>
                </a:solidFill>
                <a:latin typeface="Arial"/>
              </a:rPr>
              <a:t>Example: a local image with alt 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3886200"/>
            <a:ext cx="5760720" cy="54864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90088" y="3959352"/>
            <a:ext cx="5541264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0">
                <a:solidFill>
                  <a:srgbClr val="CFE8F2"/>
                </a:solidFill>
                <a:latin typeface="Courier New"/>
              </a:rPr>
              <a:t>&lt;img src="images/profile.jpg" alt="A photo of me smiling outdoors"&gt;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File Organization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Demo: add an image from the project folder, and one linked from a web address.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Discuss: why images should live in a dedicated images/ folder.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30 - 40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Add Your First Image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Create an images/ folder, add one image, and insert it with a meaningful alt description.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Activity: Adding Images, Practice Sheet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6L1 - Adding Images - Practice She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Exit Ticket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Why does an image need an alt attribute even if it looks fine visually?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