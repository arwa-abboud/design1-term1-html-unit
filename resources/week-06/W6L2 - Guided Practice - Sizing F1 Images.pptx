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2: Guided Practice: Sizing F1 Images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Control image size with the width attribute.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Add a second image to the About Us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Both images are a sensible size for the page.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Both images have accurate alt text and working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File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route the browser follows to find a file: folder name(s) plus the filename, like images/pit-stop.jpg.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File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route the browser follows to find a file, like images/alfa-romeo-1950.jpg: the folder name(s) plus the filename.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route to a file; includes folder names and filename.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images/pit-stop.jpg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URL to a totally different website.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FILE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Landmarks and Tourism: Yas Marina Circuit on Yas Island hosts the Abu Dhabi Grand Prix and welcomes visitors from around the world. Good images on a website help people picture a place before they visit.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Quick Recap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two attributes does every &lt;img&gt; need?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does each one do?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The width Attribute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width sets how wide the image is on the page, in pixels.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Set only the width: the height adjusts to keep the picture's shape.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593592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a sized image on About 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886200"/>
            <a:ext cx="5760720" cy="54864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959352"/>
            <a:ext cx="55412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&lt;img src="images/alfa-romeo-1950.jpg"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 alt="A red 1950 Alfa Romeo 158 racing car" width="300"&gt;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Checkpoint by Checkpoint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Checkpoint 1: give the Home page image a sensible width.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Checkpoint 2: add alfa-romeo-1950.jpg to About Us, next to the 1950 fact.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Broken image? Check the folder name and the file name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Size and Check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Finish both checkpoints, then swap screens for the partner check.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Images, Sizing Checkpoint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6L2 - F1 Images - Sizing Checkpo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Partner Check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Show a partner your About Us page: does it look planned, not broken or oversized?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