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4: Formative: F1 Website with Images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Show working links, navigation and images across the F1 website.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insert images successfully.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apply image attributes correctly.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improve my webpage's appearance.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Source (src)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attribute on an &lt;img&gt; tag that tells the browser where to find the image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attribute on &lt;img&gt;; holds the file path; required to show the image.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src="images/yas-marina-circuit.jpg"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alt (describes the image); href (used for links).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5615" y="2779776"/>
            <a:ext cx="1572768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5" y="2779776"/>
            <a:ext cx="15727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SOURCE (SRC)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Landmarks and Tourism: Yas Marina Circuit on Yas Island hosts the Abu Dhabi Grand Prix and welcomes visitors from around the world. Good images on a website help people picture a place before they visit.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Spot the Bug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&lt;img src="images/pit-stop" alt="Pit stop"&gt;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&lt;img src="pit-stop.jpg"&gt;   (the file is in images/)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&lt;img src="images/Pit-Stop.jpg" alt="Pit stop"&gt;   (the file is pit-stop.jpg)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The Formative and Rubric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Hyperlinks, Images &amp; Tables Activities (10 pts): links and navigation 4, images 3, appearance 3.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Finish any missing images, then work through the Final Checklist.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Stuck? Use the Example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Ask for the Example Code sheet and compare your code one line at a time.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Your alt text can be different, as long as it describes the picture.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Finish, Check, Swap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Tick every item on the Final Checklist.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Peer test, fix what you find, then submit via Toddle.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Website, Final Checklist (Images)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6L4 - F1 Website - Final Checklist (Images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One thing about your F1 website you're proud of, one week before the mid-term break.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