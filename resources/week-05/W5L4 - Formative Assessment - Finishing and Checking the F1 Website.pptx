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Formative: Finishing and Checking the F1 Website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Finish the F1 website started in Lesson 3.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Check it against the formative checklist.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create working hyperlinks.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link webpages successfully.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navigate efficiently between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Hyperlink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Clickable text or an image that takes the user to another webpage or location when clicked.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Clickable; takes the user somewhere else; created with &lt;a&gt;.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"Home" link in a navigation menu.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Plain unclickable text; an image with no &lt;a&gt; wrapper.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HYPERLINK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Government Digital Services: government portals must link every service reliably, because a broken link can stop a resident from reaching the help they need. Today you prove every link on your site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Spot the Bug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href="about"&gt;About Us&lt;/a&gt;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href="Vision.html"&gt;Vision&lt;/a&gt;   (the file is vision.html)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href=index.html&gt;Home&lt;/a&gt;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The Final Checklist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Part of the Hyperlinks, Images &amp; Tables formative (10 pts). Today: Working hyperlinks &amp; navigation (4 pts).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Today you finish your website from Lesson 3, then go through every check on the Final Checklist.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300" b="1" i="0">
                <a:solidFill>
                  <a:srgbClr val="1A1A1A"/>
                </a:solidFill>
                <a:latin typeface="Arial"/>
              </a:rPr>
              <a:t>We Do: What a Correct Menu Looks Like</a:t>
            </a:r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same menu sits at the top of every page, right after &lt;body&gt;.</a:t>
            </a:r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Stuck? Ask for the Example Code sheet and compare one line at a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3347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 correct menu (identical on all 4 pages)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926079"/>
            <a:ext cx="5760720" cy="1508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999232"/>
            <a:ext cx="5541264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&lt;nav&gt;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&lt;ul&gt;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href="index.html"&gt;Home&lt;/a&gt;&lt;/li&gt;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href="about.html"&gt;About Us&lt;/a&gt;&lt;/li&gt;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href="contact.html"&gt;Contact Us&lt;/a&gt;&lt;/li&gt;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href="vision.html"&gt;Vision and Mission&lt;/a&gt;&lt;/li&gt;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&lt;/ul&gt;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&lt;/nav&gt;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Finish, Check, Swap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Finish your pages and tick every item on the Final Checklist.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Swap with a partner, try to break their navigation, then submit via Toddle.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Website, Final Checklist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5L4-final-check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navigation design choice from a real website you want to copy for your own 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