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3200" b="1" i="0">
                <a:solidFill>
                  <a:srgbClr val="FFFFFF"/>
                </a:solidFill>
                <a:latin typeface="Arial"/>
              </a:rPr>
              <a:t>DESIGN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2100" b="0" i="0">
                <a:solidFill>
                  <a:srgbClr val="A8D4E8"/>
                </a:solidFill>
                <a:latin typeface="Arial"/>
              </a:rPr>
              <a:t>Lesson 3: Independent Application: A Fully Connected Site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2606040"/>
            <a:ext cx="8321039" cy="0"/>
          </a:xfrm>
          <a:prstGeom prst="line">
            <a:avLst/>
          </a:prstGeom>
          <a:ln w="12801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8DC8E0"/>
                </a:solidFill>
                <a:latin typeface="Arial"/>
              </a:rPr>
              <a:t>Ms. Abboud   •   Grade 9 - Design 1   •   Term 1, Week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Learning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WALT - We Are Learning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Independently audit and fix my site's navigation.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Connect every page to every other page.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WILF - What I'm Looking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Navigation is present and identical across all pages.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Every link has been tested and works.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Frayer Model: Navigation (Review)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system of links (often a menu) that lets a visitor move between the different pages of a website.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CHARACTERISTICS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Usually a list of links; appears on every page; helps users move around.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A menu bar with Home/About/Contact.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NON-EXAMPLES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A single link buried in a paragraph.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86200" y="2779776"/>
            <a:ext cx="1371600" cy="40233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2779776"/>
            <a:ext cx="13716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NAVIGATION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National Identity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UAE Government Digital Services: service teams test their websites so that no page is a dead end. Today you test your own site the same way.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Hook • Engage &amp; 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Can You Get Home?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Click through your own site right now.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Is there any page you can't get back to Home from?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1 /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●"/>
            </a:pPr>
            <a:r>
              <a:rPr sz="1400" b="1" i="0">
                <a:solidFill>
                  <a:srgbClr val="1A1A1A"/>
                </a:solidFill>
                <a:latin typeface="Arial"/>
              </a:rPr>
              <a:t>I Do: Today's Challenge</a:t>
            </a:r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</a:rPr>
              <a:t>Audit every page of your site like a visitor would.</a:t>
            </a:r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</a:rPr>
              <a:t>Fix any missing or broken links, and make the menu identical on every page.</a:t>
            </a:r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</a:rPr>
              <a:t>Stretch: link to a useful outside resource with target="_blank".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593592"/>
            <a:ext cx="5760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100" b="0" i="1">
                <a:solidFill>
                  <a:srgbClr val="6B7785"/>
                </a:solidFill>
                <a:latin typeface="Arial"/>
              </a:rPr>
              <a:t>Example: a stretch link to an outside resource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3886200"/>
            <a:ext cx="5760720" cy="54864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3959352"/>
            <a:ext cx="554126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&lt;a href="https://www.w3schools.com/html/" target="_blank"&gt;HTML Reference&lt;/a&gt;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2 /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●"/>
            </a:pPr>
            <a:r>
              <a:rPr sz="1600" b="1" i="0">
                <a:solidFill>
                  <a:srgbClr val="1A1A1A"/>
                </a:solidFill>
                <a:latin typeface="Arial"/>
              </a:rPr>
              <a:t>You Do: Audit &amp; Fix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Use the Navigation Audit sheet to check every page, then fix what you find.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I'll be circulating for 1:1 help with tricky links.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1">
                <a:solidFill>
                  <a:srgbClr val="6B7785"/>
                </a:solidFill>
                <a:latin typeface="Arial"/>
              </a:rPr>
              <a:t>Activity: A Fully Connected Site, Navigation Audit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801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5L3 - A Fully Connected Site - Navigation Aud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869948"/>
            <a:ext cx="2221992" cy="22119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Transition &amp; Extend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Teacher Circulation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No formal exit ticket today. Teacher circulates for 1:1 feedback on navigation.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