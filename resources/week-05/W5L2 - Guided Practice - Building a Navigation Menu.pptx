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2: Guided Practice: Building a Navigation Menu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Build a working navigation menu that links multiple pages, with support.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Spot and fix broken relative links.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My navigation menu links to at least 2 real pages.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All links work correctly when clicked in the browser.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Academic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Navigation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system of links (often a menu) that lets a visitor move between the different pages of a website.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Navigation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system of links (often a menu) that lets a visitor move between the different pages of a website.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Usually a list of links; appears on every page; helps users move around.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 menu bar with Home/About/Contact.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 single link buried in a paragraph.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86200" y="2779776"/>
            <a:ext cx="137160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779776"/>
            <a:ext cx="13716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NAVIGATION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Government Digital Services: clear, consistent menus on government websites help every resident find the service they need quickly, whichever page they land on first.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Quick Recap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tag and attribute make a hyperlink?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Write the full code for a link to about.html.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14676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●"/>
            </a:pPr>
            <a:r>
              <a:rPr sz="1400" b="1" i="0">
                <a:solidFill>
                  <a:srgbClr val="1A1A1A"/>
                </a:solidFill>
                <a:latin typeface="Arial"/>
              </a:rPr>
              <a:t>I Do: Lists + Links = Navigation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Watch: last week's &lt;ul&gt; list, with an &lt;a&gt; link inside each &lt;li&gt;.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Wrap it in &lt;nav&gt; and place it at the top of every page.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793491"/>
            <a:ext cx="5760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6B7785"/>
                </a:solidFill>
                <a:latin typeface="Arial"/>
              </a:rPr>
              <a:t>Example: a navigation menu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3086099"/>
            <a:ext cx="5760720" cy="134874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3159251"/>
            <a:ext cx="5541264" cy="12390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&lt;nav&gt;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&lt;ul&gt;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  &lt;li&gt;&lt;a href="index.html"&gt;Home&lt;/a&gt;&lt;/li&gt;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  &lt;li&gt;&lt;a href="about.html"&gt;About&lt;/a&gt;&lt;/li&gt;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  &lt;li&gt;&lt;a href="contact.html"&gt;Contact&lt;/a&gt;&lt;/li&gt;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&lt;/ul&gt;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&lt;/nav&gt;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Checkpoint by Checkpoint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Checkpoint 1: create about.html and contact.html.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Checkpoint 2: build the &lt;nav&gt; menu with a link to each page.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Common error check: wrong filename, wrong capital letters, missing .html.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Build &amp; Test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Add the menu to the top of at least 2 pages, then click every link in the browser.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Track your progress on the Checkpoint Sheet.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Building a Navigation Menu, Checkpoint Sheet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5L2 - Building a Navigation Menu - Checkpoint 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Partner Demo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Click through your navigation menu for a partner, with no broken links.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