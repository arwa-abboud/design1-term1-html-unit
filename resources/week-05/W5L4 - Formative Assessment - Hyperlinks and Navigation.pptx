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Formative Assessment: Hyperlinks &amp; Navigation Task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Demonstrate correct, independent creation of working hyperlinks.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and test site navigation for this week's formative.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create working hyperlinks.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link webpages successfully.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navigate efficiently between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Hyperlink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Clickable text or an image that takes the user to another webpage or location when clicked.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Clickable; takes the user somewhere else; created with &lt;a&gt;.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"Home" link in a navigation menu.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Plain unclickable text; an image with no &lt;a&gt; wrapper.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HYPERLINK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Government Digital Services: government portals must link every service reliably, because a broken link can stop a resident from reaching the help they need. Today you prove your links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Spot the Bug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href="about"&gt;About&lt;/a&gt;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href="Contact.html"&gt;Contact&lt;/a&gt;   (the file is contact.html)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href=https://u.ae&gt;UAE Portal&lt;/a&gt;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The Task and Rubric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Part of the Hyperlinks, Images &amp; Tables Activities formative (10 pts). Today counts toward Working hyperlinks &amp; navigation (4 pts).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Requirements: 3+ pages, the same &lt;nav&gt; menu on every page, 1+ absolute link opening in a new tab, every link tested.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Build, Test, Swap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Complete the task on your own site.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Swap with a partner and try to break their navigation.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Submit your evidence via Toddle.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Hyperlinks and Navigation, Assessment 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5L4 - Hyperlinks and Navigation - Assessment T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navigation design choice from a real website you want to copy for your own 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