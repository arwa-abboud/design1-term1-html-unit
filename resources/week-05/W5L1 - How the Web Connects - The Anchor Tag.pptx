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1: How the Web Connects: The Anchor Tag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Explain how hyperlinks connect webpages.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Create working links using the anchor tag.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can explain what the href attribute does.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can tell the difference between an absolute and a relative link.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Hyperlink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Clickable text or an image that takes the user to another webpage or location when clicked.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Anchor 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&lt;a&gt; tag: the HTML element used to create a hyperlink.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23744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523744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257860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href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2852927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attribute inside an anchor tag that holds the destination address the link points 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523744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2523744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5464" y="257860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Absolute 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2852927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050" b="0" i="0">
                <a:solidFill>
                  <a:srgbClr val="4A5568"/>
                </a:solidFill>
                <a:latin typeface="Arial"/>
              </a:rPr>
              <a:t>A link using the full web address of a page (e.g. https://www.wikipedia.org), usually pointing to another website.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547872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547872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3" y="3602736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Relative 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3" y="3877056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050" b="0" i="0">
                <a:solidFill>
                  <a:srgbClr val="4A5568"/>
                </a:solidFill>
                <a:latin typeface="Arial"/>
              </a:rPr>
              <a:t>A link using just a filename or short path (e.g. about.html) to point to another page within the same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Absolute Link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link using the full web address of a page (e.g. https://www.wikipedia.org), usually pointing to another website.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Full web address; starts with https://; usually points elsewhere.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href="https://www.wikipedia.org"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href="about.html" (a relative link)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35324" y="2779776"/>
            <a:ext cx="1673352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5324" y="2779776"/>
            <a:ext cx="16733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ABSOLUTE LINK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Relative Link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link using just a filename or short path (e.g. about.html) to point to another page within the same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Just a filename/path; no https://; points within the same project.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href="about.html"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href="https://www.wikipedia.org" (an absolute link)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35324" y="2779776"/>
            <a:ext cx="1673352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5324" y="2779776"/>
            <a:ext cx="16733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RELATIVE 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Government Digital Services: portals like u.ae link hundreds of government services together. Every service page is connected by hyperlinks, a real example of the web as a network of linked documents.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What Happens When You Click?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actually happens when you click a link?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Make a guess with your partner before we explain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1787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How Links Work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web is a network of linked documents. The &lt;a&gt; tag with an href attribute creates a clickable link.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Watch: a link to an outside website, then a link to about.html in our own project.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113532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an absolute link and a relative link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406139"/>
            <a:ext cx="5760720" cy="10287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3479291"/>
            <a:ext cx="5541264" cy="9189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&lt;!-- absolute: another website --&gt;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&lt;a href="https://www.wikipedia.org" target="_blank"&gt;Wikipedia&lt;/a&gt;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/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&lt;!-- relative: a page in my project --&gt;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&lt;a href="about.html"&gt;About Me&lt;/a&gt;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Notes and Frayer Model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Record the anchor tag syntax in your notes.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target="_blank" opens a new tab: useful for outside sites, not for your own pages.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In pairs: complete a Frayer Model for Absolute Link and Relative Link side by side.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Link Hunt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Sort the links on the Link Hunt sheet, then add one absolute and one relative link to your homepage.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No about.html yet? Create it now.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Link Hunt, Absolute or Relative?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5L1 - Link Hunt - Absolute or Rel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Why might you NOT want every link on your own site to open in a new tab?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